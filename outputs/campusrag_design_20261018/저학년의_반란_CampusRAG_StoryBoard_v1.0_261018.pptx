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a3dd23d2984f5b" /><Relationship Type="http://schemas.openxmlformats.org/officeDocument/2006/relationships/extended-properties" Target="/docProps/app.xml" Id="Rec30f5fcf7e84aaf" /><Relationship Type="http://schemas.openxmlformats.org/officeDocument/2006/relationships/officeDocument" Target="/ppt/presentation.xml" Id="R7d2ea600e18d4c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e4dab688314bb0"/>
  </p:sldMasterIdLst>
  <p:notesMasterIdLst>
    <p:notesMasterId xmlns:r="http://schemas.openxmlformats.org/officeDocument/2006/relationships" r:id="Racff1db889c246b4"/>
  </p:notesMasterIdLst>
  <p:sldIdLst>
    <p:sldId xmlns:r="http://schemas.openxmlformats.org/officeDocument/2006/relationships" id="256" r:id="Rbfedaecc90e047c4"/>
    <p:sldId xmlns:r="http://schemas.openxmlformats.org/officeDocument/2006/relationships" id="257" r:id="R9143ff4445a14ad8"/>
    <p:sldId xmlns:r="http://schemas.openxmlformats.org/officeDocument/2006/relationships" id="258" r:id="Redaaba2992ba4479"/>
    <p:sldId xmlns:r="http://schemas.openxmlformats.org/officeDocument/2006/relationships" id="259" r:id="Rccedda58b06c47db"/>
    <p:sldId xmlns:r="http://schemas.openxmlformats.org/officeDocument/2006/relationships" id="260" r:id="R83ef41066d3d4537"/>
    <p:sldId xmlns:r="http://schemas.openxmlformats.org/officeDocument/2006/relationships" id="261" r:id="R95e1e42ea5664639"/>
    <p:sldId xmlns:r="http://schemas.openxmlformats.org/officeDocument/2006/relationships" id="262" r:id="R94d3e96c89e043c8"/>
    <p:sldId xmlns:r="http://schemas.openxmlformats.org/officeDocument/2006/relationships" id="263" r:id="Rd03a217cf3014589"/>
    <p:sldId xmlns:r="http://schemas.openxmlformats.org/officeDocument/2006/relationships" id="264" r:id="R8e0b038bf5a745a6"/>
    <p:sldId xmlns:r="http://schemas.openxmlformats.org/officeDocument/2006/relationships" id="265" r:id="R4a5d42449fe8432a"/>
    <p:sldId xmlns:r="http://schemas.openxmlformats.org/officeDocument/2006/relationships" id="266" r:id="R89a176cee5df4602"/>
    <p:sldId xmlns:r="http://schemas.openxmlformats.org/officeDocument/2006/relationships" id="267" r:id="R853f064b27e54b09"/>
    <p:sldId xmlns:r="http://schemas.openxmlformats.org/officeDocument/2006/relationships" id="268" r:id="Rfb532251a00245ff"/>
    <p:sldId xmlns:r="http://schemas.openxmlformats.org/officeDocument/2006/relationships" id="269" r:id="Rcddf18fedffc4161"/>
    <p:sldId xmlns:r="http://schemas.openxmlformats.org/officeDocument/2006/relationships" id="270" r:id="R74cfd62ca944498b"/>
    <p:sldId xmlns:r="http://schemas.openxmlformats.org/officeDocument/2006/relationships" id="271" r:id="R93e7f22704a54fe1"/>
    <p:sldId xmlns:r="http://schemas.openxmlformats.org/officeDocument/2006/relationships" id="272" r:id="R96e385a0311841f3"/>
    <p:sldId xmlns:r="http://schemas.openxmlformats.org/officeDocument/2006/relationships" id="273" r:id="R3a267b4ea8cb4d8b"/>
    <p:sldId xmlns:r="http://schemas.openxmlformats.org/officeDocument/2006/relationships" id="274" r:id="Reb1e23bfb2204826"/>
    <p:sldId xmlns:r="http://schemas.openxmlformats.org/officeDocument/2006/relationships" id="275" r:id="R8037871565c747e6"/>
    <p:sldId xmlns:r="http://schemas.openxmlformats.org/officeDocument/2006/relationships" id="276" r:id="R22d7183e5b0245dd"/>
    <p:sldId xmlns:r="http://schemas.openxmlformats.org/officeDocument/2006/relationships" id="277" r:id="R82340c9907a64a7b"/>
    <p:sldId xmlns:r="http://schemas.openxmlformats.org/officeDocument/2006/relationships" id="278" r:id="R2e115519e91a47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238a40b30042bb" /><Relationship Type="http://schemas.openxmlformats.org/officeDocument/2006/relationships/slideMaster" Target="/ppt/slideMasters/slideMaster1.xml" Id="Ra1e4dab688314bb0" /><Relationship Type="http://schemas.openxmlformats.org/officeDocument/2006/relationships/notesMaster" Target="/ppt/notesMasters/notesMaster1.xml" Id="Racff1db889c246b4" /><Relationship Type="http://schemas.openxmlformats.org/officeDocument/2006/relationships/presProps" Target="/ppt/presProps.xml" Id="R056edf3ddc0a46a7" /><Relationship Type="http://schemas.openxmlformats.org/officeDocument/2006/relationships/tableStyles" Target="/ppt/tableStyles.xml" Id="R3010b35dd46448df" /><Relationship Type="http://schemas.openxmlformats.org/officeDocument/2006/relationships/slide" Target="/ppt/slides/slide1.xml" Id="Rbfedaecc90e047c4" /><Relationship Type="http://schemas.openxmlformats.org/officeDocument/2006/relationships/slide" Target="/ppt/slides/slide2.xml" Id="R9143ff4445a14ad8" /><Relationship Type="http://schemas.openxmlformats.org/officeDocument/2006/relationships/slide" Target="/ppt/slides/slide3.xml" Id="Redaaba2992ba4479" /><Relationship Type="http://schemas.openxmlformats.org/officeDocument/2006/relationships/slide" Target="/ppt/slides/slide4.xml" Id="Rccedda58b06c47db" /><Relationship Type="http://schemas.openxmlformats.org/officeDocument/2006/relationships/slide" Target="/ppt/slides/slide5.xml" Id="R83ef41066d3d4537" /><Relationship Type="http://schemas.openxmlformats.org/officeDocument/2006/relationships/slide" Target="/ppt/slides/slide6.xml" Id="R95e1e42ea5664639" /><Relationship Type="http://schemas.openxmlformats.org/officeDocument/2006/relationships/slide" Target="/ppt/slides/slide7.xml" Id="R94d3e96c89e043c8" /><Relationship Type="http://schemas.openxmlformats.org/officeDocument/2006/relationships/slide" Target="/ppt/slides/slide8.xml" Id="Rd03a217cf3014589" /><Relationship Type="http://schemas.openxmlformats.org/officeDocument/2006/relationships/slide" Target="/ppt/slides/slide9.xml" Id="R8e0b038bf5a745a6" /><Relationship Type="http://schemas.openxmlformats.org/officeDocument/2006/relationships/slide" Target="/ppt/slides/slide10.xml" Id="R4a5d42449fe8432a" /><Relationship Type="http://schemas.openxmlformats.org/officeDocument/2006/relationships/slide" Target="/ppt/slides/slide11.xml" Id="R89a176cee5df4602" /><Relationship Type="http://schemas.openxmlformats.org/officeDocument/2006/relationships/slide" Target="/ppt/slides/slide12.xml" Id="R853f064b27e54b09" /><Relationship Type="http://schemas.openxmlformats.org/officeDocument/2006/relationships/slide" Target="/ppt/slides/slide13.xml" Id="Rfb532251a00245ff" /><Relationship Type="http://schemas.openxmlformats.org/officeDocument/2006/relationships/slide" Target="/ppt/slides/slide14.xml" Id="Rcddf18fedffc4161" /><Relationship Type="http://schemas.openxmlformats.org/officeDocument/2006/relationships/slide" Target="/ppt/slides/slide15.xml" Id="R74cfd62ca944498b" /><Relationship Type="http://schemas.openxmlformats.org/officeDocument/2006/relationships/slide" Target="/ppt/slides/slide16.xml" Id="R93e7f22704a54fe1" /><Relationship Type="http://schemas.openxmlformats.org/officeDocument/2006/relationships/slide" Target="/ppt/slides/slide17.xml" Id="R96e385a0311841f3" /><Relationship Type="http://schemas.openxmlformats.org/officeDocument/2006/relationships/slide" Target="/ppt/slides/slide18.xml" Id="R3a267b4ea8cb4d8b" /><Relationship Type="http://schemas.openxmlformats.org/officeDocument/2006/relationships/slide" Target="/ppt/slides/slide19.xml" Id="Reb1e23bfb2204826" /><Relationship Type="http://schemas.openxmlformats.org/officeDocument/2006/relationships/slide" Target="/ppt/slides/slide20.xml" Id="R8037871565c747e6" /><Relationship Type="http://schemas.openxmlformats.org/officeDocument/2006/relationships/slide" Target="/ppt/slides/slide21.xml" Id="R22d7183e5b0245dd" /><Relationship Type="http://schemas.openxmlformats.org/officeDocument/2006/relationships/slide" Target="/ppt/slides/slide22.xml" Id="R82340c9907a64a7b" /><Relationship Type="http://schemas.openxmlformats.org/officeDocument/2006/relationships/slide" Target="/ppt/slides/slide23.xml" Id="R2e115519e91a47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e46f70b42242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f22a66e69b4e5b" /><Relationship Type="http://schemas.openxmlformats.org/officeDocument/2006/relationships/notesMaster" Target="/ppt/notesMasters/notesMaster1.xml" Id="R84a6eaa0b65441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bcd894775d44bb" /><Relationship Type="http://schemas.openxmlformats.org/officeDocument/2006/relationships/notesMaster" Target="/ppt/notesMasters/notesMaster1.xml" Id="Raeb30a6e79d041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51303f990b43a7" /><Relationship Type="http://schemas.openxmlformats.org/officeDocument/2006/relationships/notesMaster" Target="/ppt/notesMasters/notesMaster1.xml" Id="R634f59dbe78f4d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3168b5f3dc432b" /><Relationship Type="http://schemas.openxmlformats.org/officeDocument/2006/relationships/notesMaster" Target="/ppt/notesMasters/notesMaster1.xml" Id="R6243f09b6a1c4d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b2595ce5934485" /><Relationship Type="http://schemas.openxmlformats.org/officeDocument/2006/relationships/notesMaster" Target="/ppt/notesMasters/notesMaster1.xml" Id="R3c811433436244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4775786de84222" /><Relationship Type="http://schemas.openxmlformats.org/officeDocument/2006/relationships/notesMaster" Target="/ppt/notesMasters/notesMaster1.xml" Id="Ra5823eac926843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f65002f9a64575" /><Relationship Type="http://schemas.openxmlformats.org/officeDocument/2006/relationships/notesMaster" Target="/ppt/notesMasters/notesMaster1.xml" Id="R4c1db265bea842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e8e9993e9543b4" /><Relationship Type="http://schemas.openxmlformats.org/officeDocument/2006/relationships/notesMaster" Target="/ppt/notesMasters/notesMaster1.xml" Id="Rdfe7b1d5827e4e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510787c9534e7a" /><Relationship Type="http://schemas.openxmlformats.org/officeDocument/2006/relationships/notesMaster" Target="/ppt/notesMasters/notesMaster1.xml" Id="Rf57012bb537c41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651f4cb986423f" /><Relationship Type="http://schemas.openxmlformats.org/officeDocument/2006/relationships/notesMaster" Target="/ppt/notesMasters/notesMaster1.xml" Id="Re4c5396e82894f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665c2d97cd431e" /><Relationship Type="http://schemas.openxmlformats.org/officeDocument/2006/relationships/notesMaster" Target="/ppt/notesMasters/notesMaster1.xml" Id="R48a7278872ae4b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e44be0a797496f" /><Relationship Type="http://schemas.openxmlformats.org/officeDocument/2006/relationships/notesMaster" Target="/ppt/notesMasters/notesMaster1.xml" Id="R1657ef86fab04de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d73626de044243" /><Relationship Type="http://schemas.openxmlformats.org/officeDocument/2006/relationships/notesMaster" Target="/ppt/notesMasters/notesMaster1.xml" Id="R822bc0179e0542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19162d3c9d4545" /><Relationship Type="http://schemas.openxmlformats.org/officeDocument/2006/relationships/notesMaster" Target="/ppt/notesMasters/notesMaster1.xml" Id="Rc5668c9845804fc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331b48b6c9147c6" /><Relationship Type="http://schemas.openxmlformats.org/officeDocument/2006/relationships/notesMaster" Target="/ppt/notesMasters/notesMaster1.xml" Id="Rdbbfff893a2e400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7870698681c41ea" /><Relationship Type="http://schemas.openxmlformats.org/officeDocument/2006/relationships/notesMaster" Target="/ppt/notesMasters/notesMaster1.xml" Id="R6cf9e3e26d4d461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0c219703bc44fa9" /><Relationship Type="http://schemas.openxmlformats.org/officeDocument/2006/relationships/notesMaster" Target="/ppt/notesMasters/notesMaster1.xml" Id="Re357e05360e2489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27c16cc3cd34fb1" /><Relationship Type="http://schemas.openxmlformats.org/officeDocument/2006/relationships/notesMaster" Target="/ppt/notesMasters/notesMaster1.xml" Id="R4b4846afeccf4fe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627b1a18fbf4db4" /><Relationship Type="http://schemas.openxmlformats.org/officeDocument/2006/relationships/notesMaster" Target="/ppt/notesMasters/notesMaster1.xml" Id="R1f727f7b42dd44f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15c8a0e057948aa" /><Relationship Type="http://schemas.openxmlformats.org/officeDocument/2006/relationships/notesMaster" Target="/ppt/notesMasters/notesMaster1.xml" Id="Rea76911086ed429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63b44403e9444da" /><Relationship Type="http://schemas.openxmlformats.org/officeDocument/2006/relationships/notesMaster" Target="/ppt/notesMasters/notesMaster1.xml" Id="Rbabc6255f68e4d6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a2541e4bc4f43cc" /><Relationship Type="http://schemas.openxmlformats.org/officeDocument/2006/relationships/notesMaster" Target="/ppt/notesMasters/notesMaster1.xml" Id="R2dd1f65c44634ea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65d0457e60644b2" /><Relationship Type="http://schemas.openxmlformats.org/officeDocument/2006/relationships/notesMaster" Target="/ppt/notesMasters/notesMaster1.xml" Id="R172a11d30c3f4f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첨부 94번 StoryBoard 양식의 표지 색상·제목 배치·문서 기본정보 구성을 적용했다. 현재 제품 범위는 README.md 및 docs/chatbot_release_20261007/README.md를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Git 8349320 및 기존 로컬 변경. frontend-web/src/App.tsx, backend/main.py, backend/schemas.py, core/rag.py. 문서 기준 2026-10-18. wireframe은 현재 코드 구조를 설명하는 설계도이며 실제 운영 스크린샷이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4195c9b0c743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132f99c8c043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c9b80adc304b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31002e96a144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0e9216578c498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f07bf3df1f4d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1B44D5-899D-4738-A0F3-0EB002F08E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3D8BC97-49B9-4627-BB84-E210C77B52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23F989A-2311-4E02-A30F-C7DFD33AF7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799FAA-DDC7-4785-9ED3-57C885CF2B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9924444-D216-41E0-A96D-E1A8AB3843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33584C-ED71-4368-9308-76AAB3DEA2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FCC724-726E-4B84-A5F5-5E8FA17F96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C2C499-2B3E-403D-9766-98056814BE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6E19E3-BA8B-4A77-80E9-A37B59E951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0BF518-04AA-45CE-BF7D-D3EA5CD017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c812c93a834426" /><Relationship Type="http://schemas.openxmlformats.org/officeDocument/2006/relationships/slideLayout" Target="/ppt/slideLayouts/slideLayout1.xml" Id="R219a66e814654fcf" /><Relationship Type="http://schemas.openxmlformats.org/officeDocument/2006/relationships/slideLayout" Target="/ppt/slideLayouts/slideLayout2.xml" Id="R379735783b6b4604" /><Relationship Type="http://schemas.openxmlformats.org/officeDocument/2006/relationships/slideLayout" Target="/ppt/slideLayouts/slideLayout3.xml" Id="Rd1a75db0992941ef" /><Relationship Type="http://schemas.openxmlformats.org/officeDocument/2006/relationships/slideLayout" Target="/ppt/slideLayouts/slideLayout4.xml" Id="Rce9c82bdc6f04e0e" /><Relationship Type="http://schemas.openxmlformats.org/officeDocument/2006/relationships/slideLayout" Target="/ppt/slideLayouts/slideLayout5.xml" Id="R0d21af0d6b884d52" /><Relationship Type="http://schemas.openxmlformats.org/officeDocument/2006/relationships/slideLayout" Target="/ppt/slideLayouts/slideLayout6.xml" Id="Rdd59909c865341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9a66e814654fcf"/>
    <p:sldLayoutId xmlns:r="http://schemas.openxmlformats.org/officeDocument/2006/relationships" id="2147483650" r:id="R379735783b6b4604"/>
    <p:sldLayoutId xmlns:r="http://schemas.openxmlformats.org/officeDocument/2006/relationships" id="2147483651" r:id="Rd1a75db0992941ef"/>
    <p:sldLayoutId xmlns:r="http://schemas.openxmlformats.org/officeDocument/2006/relationships" id="2147483652" r:id="Rce9c82bdc6f04e0e"/>
    <p:sldLayoutId xmlns:r="http://schemas.openxmlformats.org/officeDocument/2006/relationships" id="2147483653" r:id="R0d21af0d6b884d52"/>
    <p:sldLayoutId xmlns:r="http://schemas.openxmlformats.org/officeDocument/2006/relationships" id="2147483654" r:id="Rdd59909c865341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509d085eb04054" /><Relationship Type="http://schemas.openxmlformats.org/officeDocument/2006/relationships/notesSlide" Target="/ppt/notesSlides/notesSlide1.xml" Id="R82dcc66fb4c74b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1fedad87544deb" /><Relationship Type="http://schemas.openxmlformats.org/officeDocument/2006/relationships/notesSlide" Target="/ppt/notesSlides/notesSlide2.xml" Id="R3a60919d5af546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c1a382b81d4cc9" /><Relationship Type="http://schemas.openxmlformats.org/officeDocument/2006/relationships/notesSlide" Target="/ppt/notesSlides/notesSlide3.xml" Id="R8633d4a97f964d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454301a0b54c75" /><Relationship Type="http://schemas.openxmlformats.org/officeDocument/2006/relationships/notesSlide" Target="/ppt/notesSlides/notesSlide4.xml" Id="Rff6c7df7ee0044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9fbc27242847b5" /><Relationship Type="http://schemas.openxmlformats.org/officeDocument/2006/relationships/notesSlide" Target="/ppt/notesSlides/notesSlide5.xml" Id="Rc0b59d15459d45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1a079850d548e3" /><Relationship Type="http://schemas.openxmlformats.org/officeDocument/2006/relationships/notesSlide" Target="/ppt/notesSlides/notesSlide6.xml" Id="R951288c82f4e42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1e9426cbff4b81" /><Relationship Type="http://schemas.openxmlformats.org/officeDocument/2006/relationships/notesSlide" Target="/ppt/notesSlides/notesSlide7.xml" Id="R6ab4f973540a4e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dd6cef2a5849de" /><Relationship Type="http://schemas.openxmlformats.org/officeDocument/2006/relationships/notesSlide" Target="/ppt/notesSlides/notesSlide8.xml" Id="Reb2998e0aea441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0ca8e13bb04e5c" /><Relationship Type="http://schemas.openxmlformats.org/officeDocument/2006/relationships/notesSlide" Target="/ppt/notesSlides/notesSlide9.xml" Id="R1d414936a78943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c4ade0537d4cfe" /><Relationship Type="http://schemas.openxmlformats.org/officeDocument/2006/relationships/notesSlide" Target="/ppt/notesSlides/notesSlide10.xml" Id="R6693746a3c0942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ec5655e0ea400b" /><Relationship Type="http://schemas.openxmlformats.org/officeDocument/2006/relationships/notesSlide" Target="/ppt/notesSlides/notesSlide11.xml" Id="Rb86b7f25eaf44e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12ff98f07c4ae7" /><Relationship Type="http://schemas.openxmlformats.org/officeDocument/2006/relationships/notesSlide" Target="/ppt/notesSlides/notesSlide12.xml" Id="R1b19a1e1ddb741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07ff128f2b42b0" /><Relationship Type="http://schemas.openxmlformats.org/officeDocument/2006/relationships/notesSlide" Target="/ppt/notesSlides/notesSlide13.xml" Id="Rcb9b21b9f97748f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48a76deeb24ee8" /><Relationship Type="http://schemas.openxmlformats.org/officeDocument/2006/relationships/notesSlide" Target="/ppt/notesSlides/notesSlide14.xml" Id="Rb10b361330624a2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ba2bdaf6cf4d89" /><Relationship Type="http://schemas.openxmlformats.org/officeDocument/2006/relationships/notesSlide" Target="/ppt/notesSlides/notesSlide15.xml" Id="R709333632f814f6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a3f51d49214802" /><Relationship Type="http://schemas.openxmlformats.org/officeDocument/2006/relationships/notesSlide" Target="/ppt/notesSlides/notesSlide16.xml" Id="Rd2f50cb7b8ed4e2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965076d0de4347" /><Relationship Type="http://schemas.openxmlformats.org/officeDocument/2006/relationships/notesSlide" Target="/ppt/notesSlides/notesSlide17.xml" Id="R3715e62cd86d47a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982e428c7641a5" /><Relationship Type="http://schemas.openxmlformats.org/officeDocument/2006/relationships/notesSlide" Target="/ppt/notesSlides/notesSlide18.xml" Id="Rf3774e7c6b284e4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302ea046f841ec" /><Relationship Type="http://schemas.openxmlformats.org/officeDocument/2006/relationships/notesSlide" Target="/ppt/notesSlides/notesSlide19.xml" Id="Reee3b122fec54c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bd73f4359843ad" /><Relationship Type="http://schemas.openxmlformats.org/officeDocument/2006/relationships/notesSlide" Target="/ppt/notesSlides/notesSlide20.xml" Id="R5f65df58fe5f4cd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ecf8192b70478b" /><Relationship Type="http://schemas.openxmlformats.org/officeDocument/2006/relationships/notesSlide" Target="/ppt/notesSlides/notesSlide21.xml" Id="R8ca803b3541f4e2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b24366248a46cd" /><Relationship Type="http://schemas.openxmlformats.org/officeDocument/2006/relationships/notesSlide" Target="/ppt/notesSlides/notesSlide22.xml" Id="Rc213969efbbb4dd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946e40660c4f68" /><Relationship Type="http://schemas.openxmlformats.org/officeDocument/2006/relationships/notesSlide" Target="/ppt/notesSlides/notesSlide23.xml" Id="Rf830b42ca7bc43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object-1">
            <a:extLst xmlns:a="http://schemas.openxmlformats.org/drawingml/2006/main">
              <a:ext uri="{FF2B5EF4-FFF2-40B4-BE49-F238E27FC236}">
                <a16:creationId xmlns:a16="http://schemas.microsoft.com/office/drawing/2014/main" id="{79646258-15DB-4CE8-9360-515C1722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bject-2">
            <a:extLst xmlns:a="http://schemas.openxmlformats.org/drawingml/2006/main">
              <a:ext uri="{FF2B5EF4-FFF2-40B4-BE49-F238E27FC236}">
                <a16:creationId xmlns:a16="http://schemas.microsoft.com/office/drawing/2014/main" id="{40D315D2-30A1-4D1D-BE94-9A2D4C61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0"/>
            <a:ext cx="27146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object-3">
            <a:extLst xmlns:a="http://schemas.openxmlformats.org/drawingml/2006/main">
              <a:ext uri="{FF2B5EF4-FFF2-40B4-BE49-F238E27FC236}">
                <a16:creationId xmlns:a16="http://schemas.microsoft.com/office/drawing/2014/main" id="{66FC341A-D82B-429D-AA82-9DC893C0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650" b="1">
                <a:solidFill>
                  <a:srgbClr val="8080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8080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08080"/>
                </a:solidFill>
                <a:latin typeface="Malgun Gothic"/>
                <a:ea typeface="Malgun Gothic"/>
                <a:cs typeface="Malgun Gothic"/>
              </a:rPr>
              <a:t>한성대학교 공식 정보 질의응답 챗봇</a:t>
            </a:r>
          </a:p>
        </p:txBody>
      </p:sp>
      <p:sp>
        <p:nvSpPr>
          <p:cNvPr id="4" name="object-4">
            <a:extLst xmlns:a="http://schemas.openxmlformats.org/drawingml/2006/main">
              <a:ext uri="{FF2B5EF4-FFF2-40B4-BE49-F238E27FC236}">
                <a16:creationId xmlns:a16="http://schemas.microsoft.com/office/drawing/2014/main" id="{683CE8AA-B585-4EAA-8468-9512C9AB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05100"/>
            <a:ext cx="8620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3525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3525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CampusRAG Story Board</a:t>
            </a:r>
          </a:p>
        </p:txBody>
      </p:sp>
      <p:sp>
        <p:nvSpPr>
          <p:cNvPr id="5" name="object-5">
            <a:extLst xmlns:a="http://schemas.openxmlformats.org/drawingml/2006/main">
              <a:ext uri="{FF2B5EF4-FFF2-40B4-BE49-F238E27FC236}">
                <a16:creationId xmlns:a16="http://schemas.microsoft.com/office/drawing/2014/main" id="{33DD2169-A84F-461E-AF2B-3824DE64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00425"/>
            <a:ext cx="11144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object-6">
            <a:extLst xmlns:a="http://schemas.openxmlformats.org/drawingml/2006/main">
              <a:ext uri="{FF2B5EF4-FFF2-40B4-BE49-F238E27FC236}">
                <a16:creationId xmlns:a16="http://schemas.microsoft.com/office/drawing/2014/main" id="{91946748-1425-4BF4-9E17-350057F8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52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8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설계서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ED846-E845-47C3-8001-76B493640C8C}"/>
              </a:ext>
            </a:extLst>
          </p:cNvPr>
          <p:cNvGraphicFramePr/>
          <p:nvPr/>
        </p:nvGraphicFramePr>
        <p:xfrm>
          <a:off xmlns:a="http://schemas.openxmlformats.org/drawingml/2006/main" x="8858250" y="5400675"/>
          <a:ext xmlns:a="http://schemas.openxmlformats.org/drawingml/2006/main" cx="28575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1905000"/>
              </a:tblGrid>
              <a:tr h="304800"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Version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</a:tr>
              <a:tr h="304800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저학년의 반란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2602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object-7">
            <a:extLst xmlns:a="http://schemas.openxmlformats.org/drawingml/2006/main">
              <a:ext uri="{FF2B5EF4-FFF2-40B4-BE49-F238E27FC236}">
                <a16:creationId xmlns:a16="http://schemas.microsoft.com/office/drawing/2014/main" id="{0B925499-38E5-4E2F-8A9A-D7EAD232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8">
            <a:extLst xmlns:a="http://schemas.openxmlformats.org/drawingml/2006/main">
              <a:ext uri="{FF2B5EF4-FFF2-40B4-BE49-F238E27FC236}">
                <a16:creationId xmlns:a16="http://schemas.microsoft.com/office/drawing/2014/main" id="{55EB2F30-368F-4FAB-8AE6-E8F50AFE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9">
            <a:extLst xmlns:a="http://schemas.openxmlformats.org/drawingml/2006/main">
              <a:ext uri="{FF2B5EF4-FFF2-40B4-BE49-F238E27FC236}">
                <a16:creationId xmlns:a16="http://schemas.microsoft.com/office/drawing/2014/main" id="{2C6519A1-6C17-450F-8634-FD5D23A3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Document History</a:t>
            </a:r>
          </a:p>
        </p:txBody>
      </p:sp>
      <p:sp>
        <p:nvSpPr>
          <p:cNvPr id="4" name="object-10">
            <a:extLst xmlns:a="http://schemas.openxmlformats.org/drawingml/2006/main">
              <a:ext uri="{FF2B5EF4-FFF2-40B4-BE49-F238E27FC236}">
                <a16:creationId xmlns:a16="http://schemas.microsoft.com/office/drawing/2014/main" id="{6B31FF2E-AA1A-444A-9069-5BA1447F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11">
            <a:extLst xmlns:a="http://schemas.openxmlformats.org/drawingml/2006/main">
              <a:ext uri="{FF2B5EF4-FFF2-40B4-BE49-F238E27FC236}">
                <a16:creationId xmlns:a16="http://schemas.microsoft.com/office/drawing/2014/main" id="{462E7732-FD85-4B90-9349-B2A00DBF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문서 이력과 적용 범위</a:t>
            </a:r>
          </a:p>
        </p:txBody>
      </p:sp>
      <p:sp>
        <p:nvSpPr>
          <p:cNvPr id="6" name="object-12">
            <a:extLst xmlns:a="http://schemas.openxmlformats.org/drawingml/2006/main">
              <a:ext uri="{FF2B5EF4-FFF2-40B4-BE49-F238E27FC236}">
                <a16:creationId xmlns:a16="http://schemas.microsoft.com/office/drawing/2014/main" id="{292D85B6-3978-493D-9F02-9B69605F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13">
            <a:extLst xmlns:a="http://schemas.openxmlformats.org/drawingml/2006/main">
              <a:ext uri="{FF2B5EF4-FFF2-40B4-BE49-F238E27FC236}">
                <a16:creationId xmlns:a16="http://schemas.microsoft.com/office/drawing/2014/main" id="{0F583858-4768-4C2A-98F7-B3A79348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</a:t>
            </a:r>
          </a:p>
        </p:txBody>
      </p:sp>
      <p:sp>
        <p:nvSpPr>
          <p:cNvPr id="8" name="object-14">
            <a:extLst xmlns:a="http://schemas.openxmlformats.org/drawingml/2006/main">
              <a:ext uri="{FF2B5EF4-FFF2-40B4-BE49-F238E27FC236}">
                <a16:creationId xmlns:a16="http://schemas.microsoft.com/office/drawing/2014/main" id="{4BCA3A42-F0F5-44E9-A127-5DDD92B6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15">
            <a:extLst xmlns:a="http://schemas.openxmlformats.org/drawingml/2006/main">
              <a:ext uri="{FF2B5EF4-FFF2-40B4-BE49-F238E27FC236}">
                <a16:creationId xmlns:a16="http://schemas.microsoft.com/office/drawing/2014/main" id="{FECC793B-CE34-405E-A985-060C2C11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DOC-001</a:t>
            </a:r>
          </a:p>
        </p:txBody>
      </p:sp>
      <p:sp>
        <p:nvSpPr>
          <p:cNvPr id="10" name="object-16">
            <a:extLst xmlns:a="http://schemas.openxmlformats.org/drawingml/2006/main">
              <a:ext uri="{FF2B5EF4-FFF2-40B4-BE49-F238E27FC236}">
                <a16:creationId xmlns:a16="http://schemas.microsoft.com/office/drawing/2014/main" id="{F990E9EF-718F-4652-B22A-143ADB41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2    2026-10-18    v1.0</a:t>
            </a:r>
          </a:p>
        </p:txBody>
      </p:sp>
      <p:sp>
        <p:nvSpPr>
          <p:cNvPr id="11" name="object-17">
            <a:extLst xmlns:a="http://schemas.openxmlformats.org/drawingml/2006/main">
              <a:ext uri="{FF2B5EF4-FFF2-40B4-BE49-F238E27FC236}">
                <a16:creationId xmlns:a16="http://schemas.microsoft.com/office/drawing/2014/main" id="{4DDD244C-88FA-4CF4-AA3F-60C57E60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CampusRAG</a:t>
            </a:r>
          </a:p>
        </p:txBody>
      </p:sp>
      <p:sp>
        <p:nvSpPr>
          <p:cNvPr id="12" name="object-18">
            <a:extLst xmlns:a="http://schemas.openxmlformats.org/drawingml/2006/main">
              <a:ext uri="{FF2B5EF4-FFF2-40B4-BE49-F238E27FC236}">
                <a16:creationId xmlns:a16="http://schemas.microsoft.com/office/drawing/2014/main" id="{D302D826-D8C9-4EE1-A5EA-B8350812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DCC3E-1BB9-4DED-AF24-C224ABDE4EEF}"/>
              </a:ext>
            </a:extLst>
          </p:cNvPr>
          <p:cNvGraphicFramePr/>
          <p:nvPr/>
        </p:nvGraphicFramePr>
        <p:xfrm>
          <a:off xmlns:a="http://schemas.openxmlformats.org/drawingml/2006/main" x="381000" y="1047750"/>
          <a:ext xmlns:a="http://schemas.openxmlformats.org/drawingml/2006/main" cx="11430000" cy="1381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6286500"/>
                <a:gridCol w="1905000"/>
                <a:gridCol w="2190750"/>
              </a:tblGrid>
              <a:tr h="690563"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</a:tr>
              <a:tr h="690563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챗봇 현재 구현과 개선 설계의 화면 정의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저학년의 반란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object-19">
            <a:extLst xmlns:a="http://schemas.openxmlformats.org/drawingml/2006/main">
              <a:ext uri="{FF2B5EF4-FFF2-40B4-BE49-F238E27FC236}">
                <a16:creationId xmlns:a16="http://schemas.microsoft.com/office/drawing/2014/main" id="{BE791B46-A144-4DB7-BB9E-3E8E3958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813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문서 적용 범위</a:t>
            </a:r>
          </a:p>
        </p:txBody>
      </p:sp>
      <p:sp>
        <p:nvSpPr>
          <p:cNvPr id="15" name="object-20">
            <a:extLst xmlns:a="http://schemas.openxmlformats.org/drawingml/2006/main">
              <a:ext uri="{FF2B5EF4-FFF2-40B4-BE49-F238E27FC236}">
                <a16:creationId xmlns:a16="http://schemas.microsoft.com/office/drawing/2014/main" id="{0E8B6B25-E48A-4BB7-A922-A50C7F78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8612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익명 질문, 검색과 답변, 공식 출처, 예외 안내, 대화 초기화와 정보 모달을 정의한다. 운영자 갱신 도구는 CLI이며 관리자 웹 화면은 없다.</a:t>
            </a:r>
          </a:p>
        </p:txBody>
      </p:sp>
      <p:sp>
        <p:nvSpPr>
          <p:cNvPr id="16" name="object-21">
            <a:extLst xmlns:a="http://schemas.openxmlformats.org/drawingml/2006/main">
              <a:ext uri="{FF2B5EF4-FFF2-40B4-BE49-F238E27FC236}">
                <a16:creationId xmlns:a16="http://schemas.microsoft.com/office/drawing/2014/main" id="{C9E78ECF-9EB5-44F2-AF9D-B92611C3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095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개인 일정, 로그인, 캘린더와 마감 알림은 보관 기능이며 현재 설계 범위에서 제외한다. UI-014는 개선 설계다. 실명 담당자와 제출 기한은 팀이 확정한다.</a:t>
            </a:r>
          </a:p>
        </p:txBody>
      </p:sp>
      <p:sp>
        <p:nvSpPr>
          <p:cNvPr id="17" name="object-22">
            <a:extLst xmlns:a="http://schemas.openxmlformats.org/drawingml/2006/main">
              <a:ext uri="{FF2B5EF4-FFF2-40B4-BE49-F238E27FC236}">
                <a16:creationId xmlns:a16="http://schemas.microsoft.com/office/drawing/2014/main" id="{2D06C368-8598-4CBA-9B32-2FCE827E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91175"/>
            <a:ext cx="1095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코드 기준 8349320 + 기존 로컬 변경. 활성 지식은 2026-10-09 생성본이다.</a:t>
            </a:r>
          </a:p>
        </p:txBody>
      </p:sp>
    </p:spTree>
    <p:extLst>
      <p:ext uri="{BB962C8B-B14F-4D97-AF65-F5344CB8AC3E}">
        <p14:creationId xmlns:p14="http://schemas.microsoft.com/office/powerpoint/2010/main" val="544727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object-23">
            <a:extLst xmlns:a="http://schemas.openxmlformats.org/drawingml/2006/main">
              <a:ext uri="{FF2B5EF4-FFF2-40B4-BE49-F238E27FC236}">
                <a16:creationId xmlns:a16="http://schemas.microsoft.com/office/drawing/2014/main" id="{01C61443-2A63-4BFA-8173-25C9F0F8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24">
            <a:extLst xmlns:a="http://schemas.openxmlformats.org/drawingml/2006/main">
              <a:ext uri="{FF2B5EF4-FFF2-40B4-BE49-F238E27FC236}">
                <a16:creationId xmlns:a16="http://schemas.microsoft.com/office/drawing/2014/main" id="{B3C7BA89-2934-4F46-A9C0-44ACF636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25">
            <a:extLst xmlns:a="http://schemas.openxmlformats.org/drawingml/2006/main">
              <a:ext uri="{FF2B5EF4-FFF2-40B4-BE49-F238E27FC236}">
                <a16:creationId xmlns:a16="http://schemas.microsoft.com/office/drawing/2014/main" id="{21E1AE77-5CA2-4B75-81E3-C5E99BDD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Basic Component</a:t>
            </a:r>
          </a:p>
        </p:txBody>
      </p:sp>
      <p:sp>
        <p:nvSpPr>
          <p:cNvPr id="4" name="object-26">
            <a:extLst xmlns:a="http://schemas.openxmlformats.org/drawingml/2006/main">
              <a:ext uri="{FF2B5EF4-FFF2-40B4-BE49-F238E27FC236}">
                <a16:creationId xmlns:a16="http://schemas.microsoft.com/office/drawing/2014/main" id="{3F98377B-9718-4698-B4C9-3B2AE43B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27">
            <a:extLst xmlns:a="http://schemas.openxmlformats.org/drawingml/2006/main">
              <a:ext uri="{FF2B5EF4-FFF2-40B4-BE49-F238E27FC236}">
                <a16:creationId xmlns:a16="http://schemas.microsoft.com/office/drawing/2014/main" id="{C6E957F2-104A-4DD8-BC43-5399050D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표기와 공통 동작</a:t>
            </a:r>
          </a:p>
        </p:txBody>
      </p:sp>
      <p:sp>
        <p:nvSpPr>
          <p:cNvPr id="6" name="object-28">
            <a:extLst xmlns:a="http://schemas.openxmlformats.org/drawingml/2006/main">
              <a:ext uri="{FF2B5EF4-FFF2-40B4-BE49-F238E27FC236}">
                <a16:creationId xmlns:a16="http://schemas.microsoft.com/office/drawing/2014/main" id="{6487D9ED-292E-4E2C-AD6A-A22B2C69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29">
            <a:extLst xmlns:a="http://schemas.openxmlformats.org/drawingml/2006/main">
              <a:ext uri="{FF2B5EF4-FFF2-40B4-BE49-F238E27FC236}">
                <a16:creationId xmlns:a16="http://schemas.microsoft.com/office/drawing/2014/main" id="{D341F0D5-EEE8-496B-B32C-1A0EEC7F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</a:t>
            </a:r>
          </a:p>
        </p:txBody>
      </p:sp>
      <p:sp>
        <p:nvSpPr>
          <p:cNvPr id="8" name="object-30">
            <a:extLst xmlns:a="http://schemas.openxmlformats.org/drawingml/2006/main">
              <a:ext uri="{FF2B5EF4-FFF2-40B4-BE49-F238E27FC236}">
                <a16:creationId xmlns:a16="http://schemas.microsoft.com/office/drawing/2014/main" id="{99D13033-2A34-4DC3-950C-BA092362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31">
            <a:extLst xmlns:a="http://schemas.openxmlformats.org/drawingml/2006/main">
              <a:ext uri="{FF2B5EF4-FFF2-40B4-BE49-F238E27FC236}">
                <a16:creationId xmlns:a16="http://schemas.microsoft.com/office/drawing/2014/main" id="{D5CD5CF9-2E06-4F73-8489-10ABA3B2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DOC-002</a:t>
            </a:r>
          </a:p>
        </p:txBody>
      </p:sp>
      <p:sp>
        <p:nvSpPr>
          <p:cNvPr id="10" name="object-32">
            <a:extLst xmlns:a="http://schemas.openxmlformats.org/drawingml/2006/main">
              <a:ext uri="{FF2B5EF4-FFF2-40B4-BE49-F238E27FC236}">
                <a16:creationId xmlns:a16="http://schemas.microsoft.com/office/drawing/2014/main" id="{836E239A-DC27-43BF-90AF-1281323D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3    2026-10-18    v1.0</a:t>
            </a:r>
          </a:p>
        </p:txBody>
      </p:sp>
      <p:sp>
        <p:nvSpPr>
          <p:cNvPr id="11" name="object-33">
            <a:extLst xmlns:a="http://schemas.openxmlformats.org/drawingml/2006/main">
              <a:ext uri="{FF2B5EF4-FFF2-40B4-BE49-F238E27FC236}">
                <a16:creationId xmlns:a16="http://schemas.microsoft.com/office/drawing/2014/main" id="{6B55238B-5C4C-4089-8EC2-7E3DE687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CampusRAG</a:t>
            </a:r>
          </a:p>
        </p:txBody>
      </p:sp>
      <p:sp>
        <p:nvSpPr>
          <p:cNvPr id="12" name="object-34">
            <a:extLst xmlns:a="http://schemas.openxmlformats.org/drawingml/2006/main">
              <a:ext uri="{FF2B5EF4-FFF2-40B4-BE49-F238E27FC236}">
                <a16:creationId xmlns:a16="http://schemas.microsoft.com/office/drawing/2014/main" id="{691A0947-3EA4-4244-A8F7-B87D7277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7980D-79DA-4B77-898E-7BA29E2E391A}"/>
              </a:ext>
            </a:extLst>
          </p:cNvPr>
          <p:cNvGraphicFramePr/>
          <p:nvPr/>
        </p:nvGraphicFramePr>
        <p:xfrm>
          <a:off xmlns:a="http://schemas.openxmlformats.org/drawingml/2006/main" x="400050" y="1047750"/>
          <a:ext xmlns:a="http://schemas.openxmlformats.org/drawingml/2006/main" cx="113919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810000"/>
                <a:gridCol w="5867400"/>
              </a:tblGrid>
              <a:tr h="579438"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 기준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</a:tr>
              <a:tr h="579438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 ID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고유 화면 또는 상태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 목록 UI목록과 동일 ID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붉은 번호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우측 설명과 연결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번호별 입력·동작·예외를 기록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메인 상태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URL의 화면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독립 라우트를 새로 만들지 않음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모달 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 모달 내부 보기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배경 클릭·닫기·Escape로 종료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설계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코드에 없는 개선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상태와 구분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object-35">
            <a:extLst xmlns:a="http://schemas.openxmlformats.org/drawingml/2006/main">
              <a:ext uri="{FF2B5EF4-FFF2-40B4-BE49-F238E27FC236}">
                <a16:creationId xmlns:a16="http://schemas.microsoft.com/office/drawing/2014/main" id="{0EA3C41D-8C23-4C8D-A7B6-ED1A6247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387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공통 입력과 표시</a:t>
            </a:r>
          </a:p>
        </p:txBody>
      </p:sp>
      <p:sp>
        <p:nvSpPr>
          <p:cNvPr id="15" name="object-36">
            <a:extLst xmlns:a="http://schemas.openxmlformats.org/drawingml/2006/main">
              <a:ext uri="{FF2B5EF4-FFF2-40B4-BE49-F238E27FC236}">
                <a16:creationId xmlns:a16="http://schemas.microsoft.com/office/drawing/2014/main" id="{4C4B482A-9B3B-4FA8-BAF6-C10F9592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0542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빈 문자열과 처리 중 전송은 차단한다. 질문은 현재 한 건만 API로 보낸다. 원문은 새 탭으로 열며 등록일과 자료 확인일을 구분한다.</a:t>
            </a:r>
          </a:p>
        </p:txBody>
      </p:sp>
    </p:spTree>
    <p:extLst>
      <p:ext uri="{BB962C8B-B14F-4D97-AF65-F5344CB8AC3E}">
        <p14:creationId xmlns:p14="http://schemas.microsoft.com/office/powerpoint/2010/main" val="9672003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object-37">
            <a:extLst xmlns:a="http://schemas.openxmlformats.org/drawingml/2006/main">
              <a:ext uri="{FF2B5EF4-FFF2-40B4-BE49-F238E27FC236}">
                <a16:creationId xmlns:a16="http://schemas.microsoft.com/office/drawing/2014/main" id="{39233C92-2F41-47E9-B033-A5B8B1D4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38">
            <a:extLst xmlns:a="http://schemas.openxmlformats.org/drawingml/2006/main">
              <a:ext uri="{FF2B5EF4-FFF2-40B4-BE49-F238E27FC236}">
                <a16:creationId xmlns:a16="http://schemas.microsoft.com/office/drawing/2014/main" id="{854124ED-55B2-46AF-BD21-0AEB961F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39">
            <a:extLst xmlns:a="http://schemas.openxmlformats.org/drawingml/2006/main">
              <a:ext uri="{FF2B5EF4-FFF2-40B4-BE49-F238E27FC236}">
                <a16:creationId xmlns:a16="http://schemas.microsoft.com/office/drawing/2014/main" id="{356B2080-956E-4384-B99E-B7A03743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IA</a:t>
            </a:r>
          </a:p>
        </p:txBody>
      </p:sp>
      <p:sp>
        <p:nvSpPr>
          <p:cNvPr id="4" name="object-40">
            <a:extLst xmlns:a="http://schemas.openxmlformats.org/drawingml/2006/main">
              <a:ext uri="{FF2B5EF4-FFF2-40B4-BE49-F238E27FC236}">
                <a16:creationId xmlns:a16="http://schemas.microsoft.com/office/drawing/2014/main" id="{F794683B-18F3-4B91-9D0A-A45E746B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41">
            <a:extLst xmlns:a="http://schemas.openxmlformats.org/drawingml/2006/main">
              <a:ext uri="{FF2B5EF4-FFF2-40B4-BE49-F238E27FC236}">
                <a16:creationId xmlns:a16="http://schemas.microsoft.com/office/drawing/2014/main" id="{7F347177-AAFE-46C3-B994-1546FAA9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정보 구조</a:t>
            </a:r>
          </a:p>
        </p:txBody>
      </p:sp>
      <p:sp>
        <p:nvSpPr>
          <p:cNvPr id="6" name="object-42">
            <a:extLst xmlns:a="http://schemas.openxmlformats.org/drawingml/2006/main">
              <a:ext uri="{FF2B5EF4-FFF2-40B4-BE49-F238E27FC236}">
                <a16:creationId xmlns:a16="http://schemas.microsoft.com/office/drawing/2014/main" id="{14C42379-19A6-48D0-9906-05C00592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43">
            <a:extLst xmlns:a="http://schemas.openxmlformats.org/drawingml/2006/main">
              <a:ext uri="{FF2B5EF4-FFF2-40B4-BE49-F238E27FC236}">
                <a16:creationId xmlns:a16="http://schemas.microsoft.com/office/drawing/2014/main" id="{35DC43DC-7994-46C6-8E6A-9A2B9BA0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</a:t>
            </a:r>
          </a:p>
        </p:txBody>
      </p:sp>
      <p:sp>
        <p:nvSpPr>
          <p:cNvPr id="8" name="object-44">
            <a:extLst xmlns:a="http://schemas.openxmlformats.org/drawingml/2006/main">
              <a:ext uri="{FF2B5EF4-FFF2-40B4-BE49-F238E27FC236}">
                <a16:creationId xmlns:a16="http://schemas.microsoft.com/office/drawing/2014/main" id="{9A5E50D1-6A59-4E60-B30A-EAE784EA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45">
            <a:extLst xmlns:a="http://schemas.openxmlformats.org/drawingml/2006/main">
              <a:ext uri="{FF2B5EF4-FFF2-40B4-BE49-F238E27FC236}">
                <a16:creationId xmlns:a16="http://schemas.microsoft.com/office/drawing/2014/main" id="{4E7448DC-7B6F-4106-8B74-316E3CFA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DOC-003</a:t>
            </a:r>
          </a:p>
        </p:txBody>
      </p:sp>
      <p:sp>
        <p:nvSpPr>
          <p:cNvPr id="10" name="object-46">
            <a:extLst xmlns:a="http://schemas.openxmlformats.org/drawingml/2006/main">
              <a:ext uri="{FF2B5EF4-FFF2-40B4-BE49-F238E27FC236}">
                <a16:creationId xmlns:a16="http://schemas.microsoft.com/office/drawing/2014/main" id="{ADD74A8D-A86C-4AEF-9854-B66DE36F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4    2026-10-18    v1.0</a:t>
            </a:r>
          </a:p>
        </p:txBody>
      </p:sp>
      <p:sp>
        <p:nvSpPr>
          <p:cNvPr id="11" name="object-47">
            <a:extLst xmlns:a="http://schemas.openxmlformats.org/drawingml/2006/main">
              <a:ext uri="{FF2B5EF4-FFF2-40B4-BE49-F238E27FC236}">
                <a16:creationId xmlns:a16="http://schemas.microsoft.com/office/drawing/2014/main" id="{49CFE738-C517-4EC2-95E7-C0DD2668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CampusRAG</a:t>
            </a:r>
          </a:p>
        </p:txBody>
      </p:sp>
      <p:sp>
        <p:nvSpPr>
          <p:cNvPr id="12" name="object-48">
            <a:extLst xmlns:a="http://schemas.openxmlformats.org/drawingml/2006/main">
              <a:ext uri="{FF2B5EF4-FFF2-40B4-BE49-F238E27FC236}">
                <a16:creationId xmlns:a16="http://schemas.microsoft.com/office/drawing/2014/main" id="{5117D86B-CD73-4BA2-A6C8-76850C9F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3" name="object-49">
            <a:extLst xmlns:a="http://schemas.openxmlformats.org/drawingml/2006/main">
              <a:ext uri="{FF2B5EF4-FFF2-40B4-BE49-F238E27FC236}">
                <a16:creationId xmlns:a16="http://schemas.microsoft.com/office/drawing/2014/main" id="{4E13F7AF-4202-4D2F-8C8E-3F706A53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2571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50">
            <a:extLst xmlns:a="http://schemas.openxmlformats.org/drawingml/2006/main">
              <a:ext uri="{FF2B5EF4-FFF2-40B4-BE49-F238E27FC236}">
                <a16:creationId xmlns:a16="http://schemas.microsoft.com/office/drawing/2014/main" id="{B9DE5CDA-D1F8-48C5-9A9E-125328A9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2514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  /</a:t>
            </a:r>
          </a:p>
        </p:txBody>
      </p:sp>
      <p:sp>
        <p:nvSpPr>
          <p:cNvPr id="15" name="object-51">
            <a:extLst xmlns:a="http://schemas.openxmlformats.org/drawingml/2006/main">
              <a:ext uri="{FF2B5EF4-FFF2-40B4-BE49-F238E27FC236}">
                <a16:creationId xmlns:a16="http://schemas.microsoft.com/office/drawing/2014/main" id="{669C683A-B92E-476B-B1D9-45A97F5D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0953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6" name="object-52">
            <a:extLst xmlns:a="http://schemas.openxmlformats.org/drawingml/2006/main">
              <a:ext uri="{FF2B5EF4-FFF2-40B4-BE49-F238E27FC236}">
                <a16:creationId xmlns:a16="http://schemas.microsoft.com/office/drawing/2014/main" id="{1C79E182-7494-4C59-9F37-10C45D6F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123950"/>
            <a:ext cx="2419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대화 화면</a:t>
            </a:r>
          </a:p>
        </p:txBody>
      </p:sp>
      <p:sp>
        <p:nvSpPr>
          <p:cNvPr id="17" name="object-53">
            <a:extLst xmlns:a="http://schemas.openxmlformats.org/drawingml/2006/main">
              <a:ext uri="{FF2B5EF4-FFF2-40B4-BE49-F238E27FC236}">
                <a16:creationId xmlns:a16="http://schemas.microsoft.com/office/drawing/2014/main" id="{B507CDE6-0D60-416F-8073-DFC4692B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671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8" name="object-54">
            <a:extLst xmlns:a="http://schemas.openxmlformats.org/drawingml/2006/main">
              <a:ext uri="{FF2B5EF4-FFF2-40B4-BE49-F238E27FC236}">
                <a16:creationId xmlns:a16="http://schemas.microsoft.com/office/drawing/2014/main" id="{C9C88E84-3E67-4ABD-8486-F5CBB734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695700"/>
            <a:ext cx="2419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안내 모달</a:t>
            </a:r>
          </a:p>
        </p:txBody>
      </p:sp>
      <p:sp>
        <p:nvSpPr>
          <p:cNvPr id="19" name="object-55">
            <a:extLst xmlns:a="http://schemas.openxmlformats.org/drawingml/2006/main">
              <a:ext uri="{FF2B5EF4-FFF2-40B4-BE49-F238E27FC236}">
                <a16:creationId xmlns:a16="http://schemas.microsoft.com/office/drawing/2014/main" id="{33C9DE39-344B-4137-B5A3-2348771A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057275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UI-001 첫 접속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UI-002 질문 작성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UI-003 답변 대기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UI-004 답변과 출처</a:t>
            </a:r>
          </a:p>
        </p:txBody>
      </p:sp>
      <p:sp>
        <p:nvSpPr>
          <p:cNvPr id="20" name="object-56">
            <a:extLst xmlns:a="http://schemas.openxmlformats.org/drawingml/2006/main">
              <a:ext uri="{FF2B5EF4-FFF2-40B4-BE49-F238E27FC236}">
                <a16:creationId xmlns:a16="http://schemas.microsoft.com/office/drawing/2014/main" id="{F9E277DB-594D-46C9-A8AD-82ACE8CE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UI-005 근거 없음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UI-006 제목만 있는 공지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UI-007 생성 API 오류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UI-008 통신 오류</a:t>
            </a:r>
          </a:p>
        </p:txBody>
      </p:sp>
      <p:sp>
        <p:nvSpPr>
          <p:cNvPr id="21" name="object-57">
            <a:extLst xmlns:a="http://schemas.openxmlformats.org/drawingml/2006/main">
              <a:ext uri="{FF2B5EF4-FFF2-40B4-BE49-F238E27FC236}">
                <a16:creationId xmlns:a16="http://schemas.microsoft.com/office/drawing/2014/main" id="{A1A746F3-0A82-48FB-B509-544A7CE0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29100"/>
            <a:ext cx="4286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UI-010 프로젝트 안내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UI-011 모델·폰트 안내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UI-012 오픈소스 안내</a:t>
            </a:r>
          </a:p>
        </p:txBody>
      </p:sp>
      <p:sp>
        <p:nvSpPr>
          <p:cNvPr id="22" name="object-58">
            <a:extLst xmlns:a="http://schemas.openxmlformats.org/drawingml/2006/main">
              <a:ext uri="{FF2B5EF4-FFF2-40B4-BE49-F238E27FC236}">
                <a16:creationId xmlns:a16="http://schemas.microsoft.com/office/drawing/2014/main" id="{B93BDBE1-EE42-42B3-853F-9D4AFF11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626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공통 UI-009 초기화   UI-013 모바일   UI-014 입력 길이 개선 설계</a:t>
            </a:r>
          </a:p>
        </p:txBody>
      </p:sp>
      <p:sp>
        <p:nvSpPr>
          <p:cNvPr id="23" name="object-59">
            <a:extLst xmlns:a="http://schemas.openxmlformats.org/drawingml/2006/main">
              <a:ext uri="{FF2B5EF4-FFF2-40B4-BE49-F238E27FC236}">
                <a16:creationId xmlns:a16="http://schemas.microsoft.com/office/drawing/2014/main" id="{A063E9FB-34FC-47AC-ACB8-42FAB018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66925"/>
            <a:ext cx="581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동일 React App의 상태 전환과 모달 탭으로 구성한다. /api/retrieve는 개발·운영용 API이며 별도 사용자 화면은 없다.</a:t>
            </a:r>
          </a:p>
        </p:txBody>
      </p:sp>
    </p:spTree>
    <p:extLst>
      <p:ext uri="{BB962C8B-B14F-4D97-AF65-F5344CB8AC3E}">
        <p14:creationId xmlns:p14="http://schemas.microsoft.com/office/powerpoint/2010/main" val="2652788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object-60">
            <a:extLst xmlns:a="http://schemas.openxmlformats.org/drawingml/2006/main">
              <a:ext uri="{FF2B5EF4-FFF2-40B4-BE49-F238E27FC236}">
                <a16:creationId xmlns:a16="http://schemas.microsoft.com/office/drawing/2014/main" id="{C3B57DA8-2AE6-4D4A-A2E7-7BD94818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61">
            <a:extLst xmlns:a="http://schemas.openxmlformats.org/drawingml/2006/main">
              <a:ext uri="{FF2B5EF4-FFF2-40B4-BE49-F238E27FC236}">
                <a16:creationId xmlns:a16="http://schemas.microsoft.com/office/drawing/2014/main" id="{D6B5FABF-4CDD-43D7-9F5F-816A84B1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62">
            <a:extLst xmlns:a="http://schemas.openxmlformats.org/drawingml/2006/main">
              <a:ext uri="{FF2B5EF4-FFF2-40B4-BE49-F238E27FC236}">
                <a16:creationId xmlns:a16="http://schemas.microsoft.com/office/drawing/2014/main" id="{BEEA8DBC-2887-4247-81B4-4769C2FE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서비스 흐름도</a:t>
            </a:r>
          </a:p>
        </p:txBody>
      </p:sp>
      <p:sp>
        <p:nvSpPr>
          <p:cNvPr id="4" name="object-63">
            <a:extLst xmlns:a="http://schemas.openxmlformats.org/drawingml/2006/main">
              <a:ext uri="{FF2B5EF4-FFF2-40B4-BE49-F238E27FC236}">
                <a16:creationId xmlns:a16="http://schemas.microsoft.com/office/drawing/2014/main" id="{A55941E1-00C2-4B1B-997B-01DEA1C1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64">
            <a:extLst xmlns:a="http://schemas.openxmlformats.org/drawingml/2006/main">
              <a:ext uri="{FF2B5EF4-FFF2-40B4-BE49-F238E27FC236}">
                <a16:creationId xmlns:a16="http://schemas.microsoft.com/office/drawing/2014/main" id="{C809F59D-E266-4703-81B3-612ED1C8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질문과 예외 처리 흐름</a:t>
            </a:r>
          </a:p>
        </p:txBody>
      </p:sp>
      <p:sp>
        <p:nvSpPr>
          <p:cNvPr id="6" name="object-65">
            <a:extLst xmlns:a="http://schemas.openxmlformats.org/drawingml/2006/main">
              <a:ext uri="{FF2B5EF4-FFF2-40B4-BE49-F238E27FC236}">
                <a16:creationId xmlns:a16="http://schemas.microsoft.com/office/drawing/2014/main" id="{66AC4E67-28FD-46C3-91FF-045F0271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66">
            <a:extLst xmlns:a="http://schemas.openxmlformats.org/drawingml/2006/main">
              <a:ext uri="{FF2B5EF4-FFF2-40B4-BE49-F238E27FC236}">
                <a16:creationId xmlns:a16="http://schemas.microsoft.com/office/drawing/2014/main" id="{F6C79A3A-018C-4CAD-A036-3654883D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</a:t>
            </a:r>
          </a:p>
        </p:txBody>
      </p:sp>
      <p:sp>
        <p:nvSpPr>
          <p:cNvPr id="8" name="object-67">
            <a:extLst xmlns:a="http://schemas.openxmlformats.org/drawingml/2006/main">
              <a:ext uri="{FF2B5EF4-FFF2-40B4-BE49-F238E27FC236}">
                <a16:creationId xmlns:a16="http://schemas.microsoft.com/office/drawing/2014/main" id="{69F7D86E-B742-49CB-928C-3B0AB366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68">
            <a:extLst xmlns:a="http://schemas.openxmlformats.org/drawingml/2006/main">
              <a:ext uri="{FF2B5EF4-FFF2-40B4-BE49-F238E27FC236}">
                <a16:creationId xmlns:a16="http://schemas.microsoft.com/office/drawing/2014/main" id="{3DBA3ADA-D4EC-469D-95B1-01790C6D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DOC-004</a:t>
            </a:r>
          </a:p>
        </p:txBody>
      </p:sp>
      <p:sp>
        <p:nvSpPr>
          <p:cNvPr id="10" name="object-69">
            <a:extLst xmlns:a="http://schemas.openxmlformats.org/drawingml/2006/main">
              <a:ext uri="{FF2B5EF4-FFF2-40B4-BE49-F238E27FC236}">
                <a16:creationId xmlns:a16="http://schemas.microsoft.com/office/drawing/2014/main" id="{5D09C6D3-1F37-420C-A45B-9864FA65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5    2026-10-18    v1.0</a:t>
            </a:r>
          </a:p>
        </p:txBody>
      </p:sp>
      <p:sp>
        <p:nvSpPr>
          <p:cNvPr id="11" name="object-70">
            <a:extLst xmlns:a="http://schemas.openxmlformats.org/drawingml/2006/main">
              <a:ext uri="{FF2B5EF4-FFF2-40B4-BE49-F238E27FC236}">
                <a16:creationId xmlns:a16="http://schemas.microsoft.com/office/drawing/2014/main" id="{18059BB8-C7B0-4F81-9FE2-CD50EBE8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CampusRAG</a:t>
            </a:r>
          </a:p>
        </p:txBody>
      </p:sp>
      <p:sp>
        <p:nvSpPr>
          <p:cNvPr id="12" name="object-71">
            <a:extLst xmlns:a="http://schemas.openxmlformats.org/drawingml/2006/main">
              <a:ext uri="{FF2B5EF4-FFF2-40B4-BE49-F238E27FC236}">
                <a16:creationId xmlns:a16="http://schemas.microsoft.com/office/drawing/2014/main" id="{A172DD60-723F-4490-A088-9E3444A4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3" name="object-72">
            <a:extLst xmlns:a="http://schemas.openxmlformats.org/drawingml/2006/main">
              <a:ext uri="{FF2B5EF4-FFF2-40B4-BE49-F238E27FC236}">
                <a16:creationId xmlns:a16="http://schemas.microsoft.com/office/drawing/2014/main" id="{28FECE0B-B094-4052-A7E4-8A5F2547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2190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73">
            <a:extLst xmlns:a="http://schemas.openxmlformats.org/drawingml/2006/main">
              <a:ext uri="{FF2B5EF4-FFF2-40B4-BE49-F238E27FC236}">
                <a16:creationId xmlns:a16="http://schemas.microsoft.com/office/drawing/2014/main" id="{5B20B0FE-867C-4BA2-844E-4B835098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457325"/>
            <a:ext cx="2133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접속과 질문</a:t>
            </a:r>
          </a:p>
        </p:txBody>
      </p:sp>
      <p:sp>
        <p:nvSpPr>
          <p:cNvPr id="15" name="object-74">
            <a:extLst xmlns:a="http://schemas.openxmlformats.org/drawingml/2006/main">
              <a:ext uri="{FF2B5EF4-FFF2-40B4-BE49-F238E27FC236}">
                <a16:creationId xmlns:a16="http://schemas.microsoft.com/office/drawing/2014/main" id="{98931BB9-967D-4A52-B205-A4408AB4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2190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6" name="object-75">
            <a:extLst xmlns:a="http://schemas.openxmlformats.org/drawingml/2006/main">
              <a:ext uri="{FF2B5EF4-FFF2-40B4-BE49-F238E27FC236}">
                <a16:creationId xmlns:a16="http://schemas.microsoft.com/office/drawing/2014/main" id="{CBD96813-440A-4563-BA77-25318C98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457325"/>
            <a:ext cx="2133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POST /api/query</a:t>
            </a:r>
          </a:p>
        </p:txBody>
      </p:sp>
      <p:sp>
        <p:nvSpPr>
          <p:cNvPr id="17" name="object-76">
            <a:extLst xmlns:a="http://schemas.openxmlformats.org/drawingml/2006/main">
              <a:ext uri="{FF2B5EF4-FFF2-40B4-BE49-F238E27FC236}">
                <a16:creationId xmlns:a16="http://schemas.microsoft.com/office/drawing/2014/main" id="{926783D3-B0B0-4C7F-A3FC-0B60D645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2190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8" name="object-77">
            <a:extLst xmlns:a="http://schemas.openxmlformats.org/drawingml/2006/main">
              <a:ext uri="{FF2B5EF4-FFF2-40B4-BE49-F238E27FC236}">
                <a16:creationId xmlns:a16="http://schemas.microsoft.com/office/drawing/2014/main" id="{0263BE8F-C7C0-4C7A-9841-39C769EB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457325"/>
            <a:ext cx="2133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근거 검색</a:t>
            </a:r>
          </a:p>
        </p:txBody>
      </p:sp>
      <p:sp>
        <p:nvSpPr>
          <p:cNvPr id="19" name="object-78">
            <a:extLst xmlns:a="http://schemas.openxmlformats.org/drawingml/2006/main">
              <a:ext uri="{FF2B5EF4-FFF2-40B4-BE49-F238E27FC236}">
                <a16:creationId xmlns:a16="http://schemas.microsoft.com/office/drawing/2014/main" id="{87069E1F-7F75-4B9E-82B9-988F56F3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2190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0" name="object-79">
            <a:extLst xmlns:a="http://schemas.openxmlformats.org/drawingml/2006/main">
              <a:ext uri="{FF2B5EF4-FFF2-40B4-BE49-F238E27FC236}">
                <a16:creationId xmlns:a16="http://schemas.microsoft.com/office/drawing/2014/main" id="{B48CBE1F-F371-4D6B-9880-F80345D4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457325"/>
            <a:ext cx="2133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답변과 출처</a:t>
            </a:r>
          </a:p>
        </p:txBody>
      </p:sp>
      <p:sp>
        <p:nvSpPr>
          <p:cNvPr id="21" name="object-80">
            <a:extLst xmlns:a="http://schemas.openxmlformats.org/drawingml/2006/main">
              <a:ext uri="{FF2B5EF4-FFF2-40B4-BE49-F238E27FC236}">
                <a16:creationId xmlns:a16="http://schemas.microsoft.com/office/drawing/2014/main" id="{A63DC708-A1B8-4711-89C7-3317F16F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9542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2" name="object-81">
            <a:extLst xmlns:a="http://schemas.openxmlformats.org/drawingml/2006/main">
              <a:ext uri="{FF2B5EF4-FFF2-40B4-BE49-F238E27FC236}">
                <a16:creationId xmlns:a16="http://schemas.microsoft.com/office/drawing/2014/main" id="{89063B96-6594-4CE4-9980-46A0F8B6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9542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object-82">
            <a:extLst xmlns:a="http://schemas.openxmlformats.org/drawingml/2006/main">
              <a:ext uri="{FF2B5EF4-FFF2-40B4-BE49-F238E27FC236}">
                <a16:creationId xmlns:a16="http://schemas.microsoft.com/office/drawing/2014/main" id="{AACABB59-FA0B-4747-BE8D-D818482B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9542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4" name="object-83">
            <a:extLst xmlns:a="http://schemas.openxmlformats.org/drawingml/2006/main">
              <a:ext uri="{FF2B5EF4-FFF2-40B4-BE49-F238E27FC236}">
                <a16:creationId xmlns:a16="http://schemas.microsoft.com/office/drawing/2014/main" id="{CC1F9AA0-A5D4-41E9-8BE0-BC287E09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5" name="object-84">
            <a:extLst xmlns:a="http://schemas.openxmlformats.org/drawingml/2006/main">
              <a:ext uri="{FF2B5EF4-FFF2-40B4-BE49-F238E27FC236}">
                <a16:creationId xmlns:a16="http://schemas.microsoft.com/office/drawing/2014/main" id="{D97C3928-3B48-418D-84CC-0AFF2992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71825"/>
            <a:ext cx="2466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관련 근거 없음</a:t>
            </a:r>
          </a:p>
        </p:txBody>
      </p:sp>
      <p:sp>
        <p:nvSpPr>
          <p:cNvPr id="26" name="object-85">
            <a:extLst xmlns:a="http://schemas.openxmlformats.org/drawingml/2006/main">
              <a:ext uri="{FF2B5EF4-FFF2-40B4-BE49-F238E27FC236}">
                <a16:creationId xmlns:a16="http://schemas.microsoft.com/office/drawing/2014/main" id="{3CFF5BA1-B0F6-4A15-8F8B-3C9FFBB8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7182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UI-005 안내</a:t>
            </a:r>
          </a:p>
        </p:txBody>
      </p:sp>
      <p:sp>
        <p:nvSpPr>
          <p:cNvPr id="27" name="object-86">
            <a:extLst xmlns:a="http://schemas.openxmlformats.org/drawingml/2006/main">
              <a:ext uri="{FF2B5EF4-FFF2-40B4-BE49-F238E27FC236}">
                <a16:creationId xmlns:a16="http://schemas.microsoft.com/office/drawing/2014/main" id="{8BC0732E-3229-4984-AC19-CA314C03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71925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8" name="object-87">
            <a:extLst xmlns:a="http://schemas.openxmlformats.org/drawingml/2006/main">
              <a:ext uri="{FF2B5EF4-FFF2-40B4-BE49-F238E27FC236}">
                <a16:creationId xmlns:a16="http://schemas.microsoft.com/office/drawing/2014/main" id="{343F6316-90DC-42DC-9F88-E5DDD7D9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000500"/>
            <a:ext cx="2466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제목만 존재</a:t>
            </a:r>
          </a:p>
        </p:txBody>
      </p:sp>
      <p:sp>
        <p:nvSpPr>
          <p:cNvPr id="29" name="object-88">
            <a:extLst xmlns:a="http://schemas.openxmlformats.org/drawingml/2006/main">
              <a:ext uri="{FF2B5EF4-FFF2-40B4-BE49-F238E27FC236}">
                <a16:creationId xmlns:a16="http://schemas.microsoft.com/office/drawing/2014/main" id="{8D4AACBB-61D6-4163-8D46-67172D82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005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UI-006 원문 확인</a:t>
            </a:r>
          </a:p>
        </p:txBody>
      </p:sp>
      <p:sp>
        <p:nvSpPr>
          <p:cNvPr id="30" name="object-89">
            <a:extLst xmlns:a="http://schemas.openxmlformats.org/drawingml/2006/main">
              <a:ext uri="{FF2B5EF4-FFF2-40B4-BE49-F238E27FC236}">
                <a16:creationId xmlns:a16="http://schemas.microsoft.com/office/drawing/2014/main" id="{96BA143F-C96B-4F78-A182-ED61B280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006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90">
            <a:extLst xmlns:a="http://schemas.openxmlformats.org/drawingml/2006/main">
              <a:ext uri="{FF2B5EF4-FFF2-40B4-BE49-F238E27FC236}">
                <a16:creationId xmlns:a16="http://schemas.microsoft.com/office/drawing/2014/main" id="{B87EF7D4-774B-4E12-8430-779318B2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829175"/>
            <a:ext cx="2466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LLM·통신 실패</a:t>
            </a:r>
          </a:p>
        </p:txBody>
      </p:sp>
      <p:sp>
        <p:nvSpPr>
          <p:cNvPr id="32" name="object-91">
            <a:extLst xmlns:a="http://schemas.openxmlformats.org/drawingml/2006/main">
              <a:ext uri="{FF2B5EF4-FFF2-40B4-BE49-F238E27FC236}">
                <a16:creationId xmlns:a16="http://schemas.microsoft.com/office/drawing/2014/main" id="{04926656-190D-448A-850D-8C11A073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2917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UI-007·008 오류 안내</a:t>
            </a:r>
          </a:p>
        </p:txBody>
      </p:sp>
      <p:sp>
        <p:nvSpPr>
          <p:cNvPr id="33" name="object-92">
            <a:extLst xmlns:a="http://schemas.openxmlformats.org/drawingml/2006/main">
              <a:ext uri="{FF2B5EF4-FFF2-40B4-BE49-F238E27FC236}">
                <a16:creationId xmlns:a16="http://schemas.microsoft.com/office/drawing/2014/main" id="{046D1215-3EE5-4AC0-A1A5-80A6036F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81675"/>
            <a:ext cx="1114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대화 이력은 화면에서만 유지한다. 새 질문은 이전 답변의 맥락을 전달하지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0493309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object-93">
            <a:extLst xmlns:a="http://schemas.openxmlformats.org/drawingml/2006/main">
              <a:ext uri="{FF2B5EF4-FFF2-40B4-BE49-F238E27FC236}">
                <a16:creationId xmlns:a16="http://schemas.microsoft.com/office/drawing/2014/main" id="{AD417292-C772-4B4D-B75F-869302D8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94">
            <a:extLst xmlns:a="http://schemas.openxmlformats.org/drawingml/2006/main">
              <a:ext uri="{FF2B5EF4-FFF2-40B4-BE49-F238E27FC236}">
                <a16:creationId xmlns:a16="http://schemas.microsoft.com/office/drawing/2014/main" id="{653DB0AB-566C-4EA1-BD12-511B0CD8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95">
            <a:extLst xmlns:a="http://schemas.openxmlformats.org/drawingml/2006/main">
              <a:ext uri="{FF2B5EF4-FFF2-40B4-BE49-F238E27FC236}">
                <a16:creationId xmlns:a16="http://schemas.microsoft.com/office/drawing/2014/main" id="{6257F540-925E-4014-AC77-E119EDD3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96">
            <a:extLst xmlns:a="http://schemas.openxmlformats.org/drawingml/2006/main">
              <a:ext uri="{FF2B5EF4-FFF2-40B4-BE49-F238E27FC236}">
                <a16:creationId xmlns:a16="http://schemas.microsoft.com/office/drawing/2014/main" id="{0F066BE1-F3D7-47CA-8B78-6790E043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97">
            <a:extLst xmlns:a="http://schemas.openxmlformats.org/drawingml/2006/main">
              <a:ext uri="{FF2B5EF4-FFF2-40B4-BE49-F238E27FC236}">
                <a16:creationId xmlns:a16="http://schemas.microsoft.com/office/drawing/2014/main" id="{20FE812C-013F-49C0-AB1C-F46BF55A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첫 접속</a:t>
            </a:r>
          </a:p>
        </p:txBody>
      </p:sp>
      <p:sp>
        <p:nvSpPr>
          <p:cNvPr id="6" name="object-98">
            <a:extLst xmlns:a="http://schemas.openxmlformats.org/drawingml/2006/main">
              <a:ext uri="{FF2B5EF4-FFF2-40B4-BE49-F238E27FC236}">
                <a16:creationId xmlns:a16="http://schemas.microsoft.com/office/drawing/2014/main" id="{0CAC5DA4-A303-4F4B-B89A-19FE8CCF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99">
            <a:extLst xmlns:a="http://schemas.openxmlformats.org/drawingml/2006/main">
              <a:ext uri="{FF2B5EF4-FFF2-40B4-BE49-F238E27FC236}">
                <a16:creationId xmlns:a16="http://schemas.microsoft.com/office/drawing/2014/main" id="{15602421-5EB1-4C0C-AA2B-5B72139F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</a:t>
            </a:r>
          </a:p>
        </p:txBody>
      </p:sp>
      <p:sp>
        <p:nvSpPr>
          <p:cNvPr id="8" name="object-100">
            <a:extLst xmlns:a="http://schemas.openxmlformats.org/drawingml/2006/main">
              <a:ext uri="{FF2B5EF4-FFF2-40B4-BE49-F238E27FC236}">
                <a16:creationId xmlns:a16="http://schemas.microsoft.com/office/drawing/2014/main" id="{FBE600EE-4B03-417E-85B5-ECCA9517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101">
            <a:extLst xmlns:a="http://schemas.openxmlformats.org/drawingml/2006/main">
              <a:ext uri="{FF2B5EF4-FFF2-40B4-BE49-F238E27FC236}">
                <a16:creationId xmlns:a16="http://schemas.microsoft.com/office/drawing/2014/main" id="{702AEAEC-D0D3-4136-9D22-B98D40AA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UI-001</a:t>
            </a:r>
          </a:p>
        </p:txBody>
      </p:sp>
      <p:sp>
        <p:nvSpPr>
          <p:cNvPr id="10" name="object-102">
            <a:extLst xmlns:a="http://schemas.openxmlformats.org/drawingml/2006/main">
              <a:ext uri="{FF2B5EF4-FFF2-40B4-BE49-F238E27FC236}">
                <a16:creationId xmlns:a16="http://schemas.microsoft.com/office/drawing/2014/main" id="{68747C6C-356A-4526-A27D-7D51B159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6    2026-10-18    v1.0</a:t>
            </a:r>
          </a:p>
        </p:txBody>
      </p:sp>
      <p:sp>
        <p:nvSpPr>
          <p:cNvPr id="11" name="object-103">
            <a:extLst xmlns:a="http://schemas.openxmlformats.org/drawingml/2006/main">
              <a:ext uri="{FF2B5EF4-FFF2-40B4-BE49-F238E27FC236}">
                <a16:creationId xmlns:a16="http://schemas.microsoft.com/office/drawing/2014/main" id="{26CCCB7D-4C06-4AF2-A787-CCB5FBDE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CampusRAG</a:t>
            </a:r>
          </a:p>
        </p:txBody>
      </p:sp>
      <p:sp>
        <p:nvSpPr>
          <p:cNvPr id="12" name="object-104">
            <a:extLst xmlns:a="http://schemas.openxmlformats.org/drawingml/2006/main">
              <a:ext uri="{FF2B5EF4-FFF2-40B4-BE49-F238E27FC236}">
                <a16:creationId xmlns:a16="http://schemas.microsoft.com/office/drawing/2014/main" id="{1DD9C666-7B43-47FA-9186-C9C6813A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3" name="object-105">
            <a:extLst xmlns:a="http://schemas.openxmlformats.org/drawingml/2006/main">
              <a:ext uri="{FF2B5EF4-FFF2-40B4-BE49-F238E27FC236}">
                <a16:creationId xmlns:a16="http://schemas.microsoft.com/office/drawing/2014/main" id="{E7EA80E4-6143-4682-AAAB-A0DC3A98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106">
            <a:extLst xmlns:a="http://schemas.openxmlformats.org/drawingml/2006/main">
              <a:ext uri="{FF2B5EF4-FFF2-40B4-BE49-F238E27FC236}">
                <a16:creationId xmlns:a16="http://schemas.microsoft.com/office/drawing/2014/main" id="{962BC358-6568-4901-A316-7842402E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107">
            <a:extLst xmlns:a="http://schemas.openxmlformats.org/drawingml/2006/main">
              <a:ext uri="{FF2B5EF4-FFF2-40B4-BE49-F238E27FC236}">
                <a16:creationId xmlns:a16="http://schemas.microsoft.com/office/drawing/2014/main" id="{9DA67BDE-619D-4BBF-A503-03822496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108">
            <a:extLst xmlns:a="http://schemas.openxmlformats.org/drawingml/2006/main">
              <a:ext uri="{FF2B5EF4-FFF2-40B4-BE49-F238E27FC236}">
                <a16:creationId xmlns:a16="http://schemas.microsoft.com/office/drawing/2014/main" id="{6D30264C-41B9-43B3-A239-A69FC980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109">
            <a:extLst xmlns:a="http://schemas.openxmlformats.org/drawingml/2006/main">
              <a:ext uri="{FF2B5EF4-FFF2-40B4-BE49-F238E27FC236}">
                <a16:creationId xmlns:a16="http://schemas.microsoft.com/office/drawing/2014/main" id="{A0E9E0E8-CCE4-4BC7-BE4B-1A978357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헤더에서 안내 모달을 열고 대화를 초기화한다.</a:t>
            </a:r>
          </a:p>
        </p:txBody>
      </p:sp>
      <p:sp>
        <p:nvSpPr>
          <p:cNvPr id="18" name="object-110">
            <a:extLst xmlns:a="http://schemas.openxmlformats.org/drawingml/2006/main">
              <a:ext uri="{FF2B5EF4-FFF2-40B4-BE49-F238E27FC236}">
                <a16:creationId xmlns:a16="http://schemas.microsoft.com/office/drawing/2014/main" id="{1CE5F737-94BD-42C5-9321-C7098300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111">
            <a:extLst xmlns:a="http://schemas.openxmlformats.org/drawingml/2006/main">
              <a:ext uri="{FF2B5EF4-FFF2-40B4-BE49-F238E27FC236}">
                <a16:creationId xmlns:a16="http://schemas.microsoft.com/office/drawing/2014/main" id="{25A9F3A6-152B-4A2F-B950-7441E7F0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112">
            <a:extLst xmlns:a="http://schemas.openxmlformats.org/drawingml/2006/main">
              <a:ext uri="{FF2B5EF4-FFF2-40B4-BE49-F238E27FC236}">
                <a16:creationId xmlns:a16="http://schemas.microsoft.com/office/drawing/2014/main" id="{84941376-D9C3-49A6-B414-8442B84E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환영 문구를 표시하며 계정 인증을 요구하지 않는다.</a:t>
            </a:r>
          </a:p>
        </p:txBody>
      </p:sp>
      <p:sp>
        <p:nvSpPr>
          <p:cNvPr id="21" name="object-113">
            <a:extLst xmlns:a="http://schemas.openxmlformats.org/drawingml/2006/main">
              <a:ext uri="{FF2B5EF4-FFF2-40B4-BE49-F238E27FC236}">
                <a16:creationId xmlns:a16="http://schemas.microsoft.com/office/drawing/2014/main" id="{DD1A7AEB-A843-472B-8BF9-6DC73DC8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114">
            <a:extLst xmlns:a="http://schemas.openxmlformats.org/drawingml/2006/main">
              <a:ext uri="{FF2B5EF4-FFF2-40B4-BE49-F238E27FC236}">
                <a16:creationId xmlns:a16="http://schemas.microsoft.com/office/drawing/2014/main" id="{402F7342-6A7C-4B88-B8D1-6F927356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115">
            <a:extLst xmlns:a="http://schemas.openxmlformats.org/drawingml/2006/main">
              <a:ext uri="{FF2B5EF4-FFF2-40B4-BE49-F238E27FC236}">
                <a16:creationId xmlns:a16="http://schemas.microsoft.com/office/drawing/2014/main" id="{DBE1B994-9C3C-4272-B8A7-A3E4FC43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예시 질문을 누르면 같은 send 경로로 즉시 전송한다.</a:t>
            </a:r>
          </a:p>
        </p:txBody>
      </p:sp>
      <p:sp>
        <p:nvSpPr>
          <p:cNvPr id="24" name="object-116">
            <a:extLst xmlns:a="http://schemas.openxmlformats.org/drawingml/2006/main">
              <a:ext uri="{FF2B5EF4-FFF2-40B4-BE49-F238E27FC236}">
                <a16:creationId xmlns:a16="http://schemas.microsoft.com/office/drawing/2014/main" id="{0C2CA59A-A0FC-408D-8320-03ADF3A0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117">
            <a:extLst xmlns:a="http://schemas.openxmlformats.org/drawingml/2006/main">
              <a:ext uri="{FF2B5EF4-FFF2-40B4-BE49-F238E27FC236}">
                <a16:creationId xmlns:a16="http://schemas.microsoft.com/office/drawing/2014/main" id="{11957A69-7108-4272-A4A6-CC9D1422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118">
            <a:extLst xmlns:a="http://schemas.openxmlformats.org/drawingml/2006/main">
              <a:ext uri="{FF2B5EF4-FFF2-40B4-BE49-F238E27FC236}">
                <a16:creationId xmlns:a16="http://schemas.microsoft.com/office/drawing/2014/main" id="{FB6609C3-0F53-4547-9346-53ABFDA1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입력창과 Enter·전송 버튼은 같은 질문 처리 함수를 사용한다.</a:t>
            </a:r>
          </a:p>
        </p:txBody>
      </p:sp>
      <p:sp>
        <p:nvSpPr>
          <p:cNvPr id="27" name="object-119">
            <a:extLst xmlns:a="http://schemas.openxmlformats.org/drawingml/2006/main">
              <a:ext uri="{FF2B5EF4-FFF2-40B4-BE49-F238E27FC236}">
                <a16:creationId xmlns:a16="http://schemas.microsoft.com/office/drawing/2014/main" id="{669C61B6-0B28-49F0-A265-6B261866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120">
            <a:extLst xmlns:a="http://schemas.openxmlformats.org/drawingml/2006/main">
              <a:ext uri="{FF2B5EF4-FFF2-40B4-BE49-F238E27FC236}">
                <a16:creationId xmlns:a16="http://schemas.microsoft.com/office/drawing/2014/main" id="{94772AF7-9B07-4459-9B34-6EE1DF44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</a:t>
            </a:r>
          </a:p>
        </p:txBody>
      </p:sp>
      <p:sp>
        <p:nvSpPr>
          <p:cNvPr id="29" name="object-121">
            <a:extLst xmlns:a="http://schemas.openxmlformats.org/drawingml/2006/main">
              <a:ext uri="{FF2B5EF4-FFF2-40B4-BE49-F238E27FC236}">
                <a16:creationId xmlns:a16="http://schemas.microsoft.com/office/drawing/2014/main" id="{D98C5836-3B74-4640-9BC0-32857816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FR-001, FR-002</a:t>
            </a:r>
          </a:p>
        </p:txBody>
      </p:sp>
      <p:sp>
        <p:nvSpPr>
          <p:cNvPr id="30" name="object-122">
            <a:extLst xmlns:a="http://schemas.openxmlformats.org/drawingml/2006/main">
              <a:ext uri="{FF2B5EF4-FFF2-40B4-BE49-F238E27FC236}">
                <a16:creationId xmlns:a16="http://schemas.microsoft.com/office/drawing/2014/main" id="{FF52EB29-0BCA-4AFA-81F8-DFC0D820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123">
            <a:extLst xmlns:a="http://schemas.openxmlformats.org/drawingml/2006/main">
              <a:ext uri="{FF2B5EF4-FFF2-40B4-BE49-F238E27FC236}">
                <a16:creationId xmlns:a16="http://schemas.microsoft.com/office/drawing/2014/main" id="{AF5CD3D6-774B-4FD6-AC04-6855BBB6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124">
            <a:extLst xmlns:a="http://schemas.openxmlformats.org/drawingml/2006/main">
              <a:ext uri="{FF2B5EF4-FFF2-40B4-BE49-F238E27FC236}">
                <a16:creationId xmlns:a16="http://schemas.microsoft.com/office/drawing/2014/main" id="{0CBD2E77-5384-4711-B0B8-63662CD6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</a:t>
            </a:r>
          </a:p>
        </p:txBody>
      </p:sp>
      <p:sp>
        <p:nvSpPr>
          <p:cNvPr id="33" name="object-125">
            <a:extLst xmlns:a="http://schemas.openxmlformats.org/drawingml/2006/main">
              <a:ext uri="{FF2B5EF4-FFF2-40B4-BE49-F238E27FC236}">
                <a16:creationId xmlns:a16="http://schemas.microsoft.com/office/drawing/2014/main" id="{3867F542-2EDF-49F5-A2E8-833304AD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126">
            <a:extLst xmlns:a="http://schemas.openxmlformats.org/drawingml/2006/main">
              <a:ext uri="{FF2B5EF4-FFF2-40B4-BE49-F238E27FC236}">
                <a16:creationId xmlns:a16="http://schemas.microsoft.com/office/drawing/2014/main" id="{4DF8C2F7-F440-4072-8841-4F52FB5F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127">
            <a:extLst xmlns:a="http://schemas.openxmlformats.org/drawingml/2006/main">
              <a:ext uri="{FF2B5EF4-FFF2-40B4-BE49-F238E27FC236}">
                <a16:creationId xmlns:a16="http://schemas.microsoft.com/office/drawing/2014/main" id="{9F6C8065-9098-4906-80D1-CDA4C9B9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128">
            <a:extLst xmlns:a="http://schemas.openxmlformats.org/drawingml/2006/main">
              <a:ext uri="{FF2B5EF4-FFF2-40B4-BE49-F238E27FC236}">
                <a16:creationId xmlns:a16="http://schemas.microsoft.com/office/drawing/2014/main" id="{AA4B6BAC-BA3E-4071-BCA6-24BF1388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129">
            <a:extLst xmlns:a="http://schemas.openxmlformats.org/drawingml/2006/main">
              <a:ext uri="{FF2B5EF4-FFF2-40B4-BE49-F238E27FC236}">
                <a16:creationId xmlns:a16="http://schemas.microsoft.com/office/drawing/2014/main" id="{6B393268-F68A-4301-B2FC-731F98E9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130">
            <a:extLst xmlns:a="http://schemas.openxmlformats.org/drawingml/2006/main">
              <a:ext uri="{FF2B5EF4-FFF2-40B4-BE49-F238E27FC236}">
                <a16:creationId xmlns:a16="http://schemas.microsoft.com/office/drawing/2014/main" id="{63AF62D8-85C8-4AFE-B283-4CA5C401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131">
            <a:extLst xmlns:a="http://schemas.openxmlformats.org/drawingml/2006/main">
              <a:ext uri="{FF2B5EF4-FFF2-40B4-BE49-F238E27FC236}">
                <a16:creationId xmlns:a16="http://schemas.microsoft.com/office/drawing/2014/main" id="{BEFC7247-8C94-47C9-9DE4-A16A0DCC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766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object-132">
            <a:extLst xmlns:a="http://schemas.openxmlformats.org/drawingml/2006/main">
              <a:ext uri="{FF2B5EF4-FFF2-40B4-BE49-F238E27FC236}">
                <a16:creationId xmlns:a16="http://schemas.microsoft.com/office/drawing/2014/main" id="{5EB2119A-DF3D-4D94-B7E5-1C2506B1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24050"/>
            <a:ext cx="74961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안녕하세요! 한성대학교 공지 챗봇 CampusRAG입니다.</a:t>
            </a:r>
          </a:p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학사, 장학, 학교 생활에 대해 궁금한 점을 물어보세요.</a:t>
            </a:r>
          </a:p>
        </p:txBody>
      </p:sp>
      <p:sp>
        <p:nvSpPr>
          <p:cNvPr id="41" name="object-133">
            <a:extLst xmlns:a="http://schemas.openxmlformats.org/drawingml/2006/main">
              <a:ext uri="{FF2B5EF4-FFF2-40B4-BE49-F238E27FC236}">
                <a16:creationId xmlns:a16="http://schemas.microsoft.com/office/drawing/2014/main" id="{6321CD97-E8EB-40DA-BB2B-A3754A81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766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2" name="object-134">
            <a:extLst xmlns:a="http://schemas.openxmlformats.org/drawingml/2006/main">
              <a:ext uri="{FF2B5EF4-FFF2-40B4-BE49-F238E27FC236}">
                <a16:creationId xmlns:a16="http://schemas.microsoft.com/office/drawing/2014/main" id="{7D65D64D-37CF-4EA8-AEDF-C9781E6E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00400"/>
            <a:ext cx="7610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2026학년도 수강신청 일정 알려줘</a:t>
            </a:r>
          </a:p>
        </p:txBody>
      </p:sp>
      <p:sp>
        <p:nvSpPr>
          <p:cNvPr id="43" name="object-135">
            <a:extLst xmlns:a="http://schemas.openxmlformats.org/drawingml/2006/main">
              <a:ext uri="{FF2B5EF4-FFF2-40B4-BE49-F238E27FC236}">
                <a16:creationId xmlns:a16="http://schemas.microsoft.com/office/drawing/2014/main" id="{F8B266E0-3A4B-4980-8483-863A2338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766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4" name="object-136">
            <a:extLst xmlns:a="http://schemas.openxmlformats.org/drawingml/2006/main">
              <a:ext uri="{FF2B5EF4-FFF2-40B4-BE49-F238E27FC236}">
                <a16:creationId xmlns:a16="http://schemas.microsoft.com/office/drawing/2014/main" id="{730951C9-B057-4661-A6A6-27857273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14750"/>
            <a:ext cx="7610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국가장학금 신청 기간과 가구원 동의 기간</a:t>
            </a:r>
          </a:p>
        </p:txBody>
      </p:sp>
      <p:sp>
        <p:nvSpPr>
          <p:cNvPr id="45" name="object-137">
            <a:extLst xmlns:a="http://schemas.openxmlformats.org/drawingml/2006/main">
              <a:ext uri="{FF2B5EF4-FFF2-40B4-BE49-F238E27FC236}">
                <a16:creationId xmlns:a16="http://schemas.microsoft.com/office/drawing/2014/main" id="{E06275C5-8747-4818-BDB5-BCF37F6F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766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6" name="object-138">
            <a:extLst xmlns:a="http://schemas.openxmlformats.org/drawingml/2006/main">
              <a:ext uri="{FF2B5EF4-FFF2-40B4-BE49-F238E27FC236}">
                <a16:creationId xmlns:a16="http://schemas.microsoft.com/office/drawing/2014/main" id="{269C218A-D49D-4BDF-B5DE-8B549DD6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29100"/>
            <a:ext cx="7610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전공연계 멘토링 참가자 신청</a:t>
            </a:r>
          </a:p>
        </p:txBody>
      </p:sp>
      <p:sp>
        <p:nvSpPr>
          <p:cNvPr id="47" name="object-139">
            <a:extLst xmlns:a="http://schemas.openxmlformats.org/drawingml/2006/main">
              <a:ext uri="{FF2B5EF4-FFF2-40B4-BE49-F238E27FC236}">
                <a16:creationId xmlns:a16="http://schemas.microsoft.com/office/drawing/2014/main" id="{A47F49FA-52B4-4EFF-B123-6E010E2A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bject-140">
            <a:extLst xmlns:a="http://schemas.openxmlformats.org/drawingml/2006/main">
              <a:ext uri="{FF2B5EF4-FFF2-40B4-BE49-F238E27FC236}">
                <a16:creationId xmlns:a16="http://schemas.microsoft.com/office/drawing/2014/main" id="{0E7A0281-6388-4A46-8D3C-58BD6107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9" name="object-141">
            <a:extLst xmlns:a="http://schemas.openxmlformats.org/drawingml/2006/main">
              <a:ext uri="{FF2B5EF4-FFF2-40B4-BE49-F238E27FC236}">
                <a16:creationId xmlns:a16="http://schemas.microsoft.com/office/drawing/2014/main" id="{FFA98362-E32D-4AB6-A1F8-54B8DA4A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object-142">
            <a:extLst xmlns:a="http://schemas.openxmlformats.org/drawingml/2006/main">
              <a:ext uri="{FF2B5EF4-FFF2-40B4-BE49-F238E27FC236}">
                <a16:creationId xmlns:a16="http://schemas.microsoft.com/office/drawing/2014/main" id="{4A4D979E-1C46-4587-B98A-A1344504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1" name="object-143">
            <a:extLst xmlns:a="http://schemas.openxmlformats.org/drawingml/2006/main">
              <a:ext uri="{FF2B5EF4-FFF2-40B4-BE49-F238E27FC236}">
                <a16:creationId xmlns:a16="http://schemas.microsoft.com/office/drawing/2014/main" id="{006E40C7-9B12-4D87-9B59-D12DF794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object-144">
            <a:extLst xmlns:a="http://schemas.openxmlformats.org/drawingml/2006/main">
              <a:ext uri="{FF2B5EF4-FFF2-40B4-BE49-F238E27FC236}">
                <a16:creationId xmlns:a16="http://schemas.microsoft.com/office/drawing/2014/main" id="{BA94904B-2E4B-4528-8771-96F1635F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3" name="object-145">
            <a:extLst xmlns:a="http://schemas.openxmlformats.org/drawingml/2006/main">
              <a:ext uri="{FF2B5EF4-FFF2-40B4-BE49-F238E27FC236}">
                <a16:creationId xmlns:a16="http://schemas.microsoft.com/office/drawing/2014/main" id="{C562DA8E-C5F3-4D1F-A1C8-4B2066C2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object-146">
            <a:extLst xmlns:a="http://schemas.openxmlformats.org/drawingml/2006/main">
              <a:ext uri="{FF2B5EF4-FFF2-40B4-BE49-F238E27FC236}">
                <a16:creationId xmlns:a16="http://schemas.microsoft.com/office/drawing/2014/main" id="{E28C73F7-0710-44B8-BE7F-0F1444FE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205479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object-147">
            <a:extLst xmlns:a="http://schemas.openxmlformats.org/drawingml/2006/main">
              <a:ext uri="{FF2B5EF4-FFF2-40B4-BE49-F238E27FC236}">
                <a16:creationId xmlns:a16="http://schemas.microsoft.com/office/drawing/2014/main" id="{E2CFDBE6-A2F6-4EB0-B342-918C995E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148">
            <a:extLst xmlns:a="http://schemas.openxmlformats.org/drawingml/2006/main">
              <a:ext uri="{FF2B5EF4-FFF2-40B4-BE49-F238E27FC236}">
                <a16:creationId xmlns:a16="http://schemas.microsoft.com/office/drawing/2014/main" id="{3F89A0B8-AC4E-4640-B665-970465C5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149">
            <a:extLst xmlns:a="http://schemas.openxmlformats.org/drawingml/2006/main">
              <a:ext uri="{FF2B5EF4-FFF2-40B4-BE49-F238E27FC236}">
                <a16:creationId xmlns:a16="http://schemas.microsoft.com/office/drawing/2014/main" id="{67028413-9D24-4CD2-A265-CDEC5929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150">
            <a:extLst xmlns:a="http://schemas.openxmlformats.org/drawingml/2006/main">
              <a:ext uri="{FF2B5EF4-FFF2-40B4-BE49-F238E27FC236}">
                <a16:creationId xmlns:a16="http://schemas.microsoft.com/office/drawing/2014/main" id="{B7F68A72-FA44-4DBD-A721-61B0B032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151">
            <a:extLst xmlns:a="http://schemas.openxmlformats.org/drawingml/2006/main">
              <a:ext uri="{FF2B5EF4-FFF2-40B4-BE49-F238E27FC236}">
                <a16:creationId xmlns:a16="http://schemas.microsoft.com/office/drawing/2014/main" id="{B44C4C2B-3139-4D55-98D0-822D5580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질문 작성</a:t>
            </a:r>
          </a:p>
        </p:txBody>
      </p:sp>
      <p:sp>
        <p:nvSpPr>
          <p:cNvPr id="6" name="object-152">
            <a:extLst xmlns:a="http://schemas.openxmlformats.org/drawingml/2006/main">
              <a:ext uri="{FF2B5EF4-FFF2-40B4-BE49-F238E27FC236}">
                <a16:creationId xmlns:a16="http://schemas.microsoft.com/office/drawing/2014/main" id="{0BD86596-DBA0-49F0-808E-BA19B78E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153">
            <a:extLst xmlns:a="http://schemas.openxmlformats.org/drawingml/2006/main">
              <a:ext uri="{FF2B5EF4-FFF2-40B4-BE49-F238E27FC236}">
                <a16:creationId xmlns:a16="http://schemas.microsoft.com/office/drawing/2014/main" id="{95C3049F-3F00-454A-ACC7-5B575FAD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</a:t>
            </a:r>
          </a:p>
        </p:txBody>
      </p:sp>
      <p:sp>
        <p:nvSpPr>
          <p:cNvPr id="8" name="object-154">
            <a:extLst xmlns:a="http://schemas.openxmlformats.org/drawingml/2006/main">
              <a:ext uri="{FF2B5EF4-FFF2-40B4-BE49-F238E27FC236}">
                <a16:creationId xmlns:a16="http://schemas.microsoft.com/office/drawing/2014/main" id="{5B1E99DA-DDD7-4AFF-9804-B1DEA28E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155">
            <a:extLst xmlns:a="http://schemas.openxmlformats.org/drawingml/2006/main">
              <a:ext uri="{FF2B5EF4-FFF2-40B4-BE49-F238E27FC236}">
                <a16:creationId xmlns:a16="http://schemas.microsoft.com/office/drawing/2014/main" id="{6DD08153-9469-4F3D-ADBD-94597220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UI-002</a:t>
            </a:r>
          </a:p>
        </p:txBody>
      </p:sp>
      <p:sp>
        <p:nvSpPr>
          <p:cNvPr id="10" name="object-156">
            <a:extLst xmlns:a="http://schemas.openxmlformats.org/drawingml/2006/main">
              <a:ext uri="{FF2B5EF4-FFF2-40B4-BE49-F238E27FC236}">
                <a16:creationId xmlns:a16="http://schemas.microsoft.com/office/drawing/2014/main" id="{A1A1A2CF-1606-416E-A4D3-51E6DFAB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7    2026-10-18    v1.0</a:t>
            </a:r>
          </a:p>
        </p:txBody>
      </p:sp>
      <p:sp>
        <p:nvSpPr>
          <p:cNvPr id="11" name="object-157">
            <a:extLst xmlns:a="http://schemas.openxmlformats.org/drawingml/2006/main">
              <a:ext uri="{FF2B5EF4-FFF2-40B4-BE49-F238E27FC236}">
                <a16:creationId xmlns:a16="http://schemas.microsoft.com/office/drawing/2014/main" id="{16B0562C-669B-4333-A206-B8F3FCB6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CampusRAG</a:t>
            </a:r>
          </a:p>
        </p:txBody>
      </p:sp>
      <p:sp>
        <p:nvSpPr>
          <p:cNvPr id="12" name="object-158">
            <a:extLst xmlns:a="http://schemas.openxmlformats.org/drawingml/2006/main">
              <a:ext uri="{FF2B5EF4-FFF2-40B4-BE49-F238E27FC236}">
                <a16:creationId xmlns:a16="http://schemas.microsoft.com/office/drawing/2014/main" id="{D29D88EF-EE09-4083-943F-F4D0C0F9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13" name="object-159">
            <a:extLst xmlns:a="http://schemas.openxmlformats.org/drawingml/2006/main">
              <a:ext uri="{FF2B5EF4-FFF2-40B4-BE49-F238E27FC236}">
                <a16:creationId xmlns:a16="http://schemas.microsoft.com/office/drawing/2014/main" id="{6E94559D-3CC1-4E50-A5DA-CC31D9BB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160">
            <a:extLst xmlns:a="http://schemas.openxmlformats.org/drawingml/2006/main">
              <a:ext uri="{FF2B5EF4-FFF2-40B4-BE49-F238E27FC236}">
                <a16:creationId xmlns:a16="http://schemas.microsoft.com/office/drawing/2014/main" id="{AF9C0227-0693-4987-81C7-5CB20DFD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161">
            <a:extLst xmlns:a="http://schemas.openxmlformats.org/drawingml/2006/main">
              <a:ext uri="{FF2B5EF4-FFF2-40B4-BE49-F238E27FC236}">
                <a16:creationId xmlns:a16="http://schemas.microsoft.com/office/drawing/2014/main" id="{A3E1A609-8BA8-4599-B3AA-7FE810DD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162">
            <a:extLst xmlns:a="http://schemas.openxmlformats.org/drawingml/2006/main">
              <a:ext uri="{FF2B5EF4-FFF2-40B4-BE49-F238E27FC236}">
                <a16:creationId xmlns:a16="http://schemas.microsoft.com/office/drawing/2014/main" id="{B29A378B-8CDB-4608-A316-0E2F31A7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163">
            <a:extLst xmlns:a="http://schemas.openxmlformats.org/drawingml/2006/main">
              <a:ext uri="{FF2B5EF4-FFF2-40B4-BE49-F238E27FC236}">
                <a16:creationId xmlns:a16="http://schemas.microsoft.com/office/drawing/2014/main" id="{A74D97F8-4A14-47F0-BF2C-C3177635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앞뒤 공백을 제거한 질문만 접수한다.</a:t>
            </a:r>
          </a:p>
        </p:txBody>
      </p:sp>
      <p:sp>
        <p:nvSpPr>
          <p:cNvPr id="18" name="object-164">
            <a:extLst xmlns:a="http://schemas.openxmlformats.org/drawingml/2006/main">
              <a:ext uri="{FF2B5EF4-FFF2-40B4-BE49-F238E27FC236}">
                <a16:creationId xmlns:a16="http://schemas.microsoft.com/office/drawing/2014/main" id="{AC6A9623-0D11-4C91-83F1-77AC6DB2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165">
            <a:extLst xmlns:a="http://schemas.openxmlformats.org/drawingml/2006/main">
              <a:ext uri="{FF2B5EF4-FFF2-40B4-BE49-F238E27FC236}">
                <a16:creationId xmlns:a16="http://schemas.microsoft.com/office/drawing/2014/main" id="{6FCA2C9F-FE2E-4391-BBA2-3B6283FF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166">
            <a:extLst xmlns:a="http://schemas.openxmlformats.org/drawingml/2006/main">
              <a:ext uri="{FF2B5EF4-FFF2-40B4-BE49-F238E27FC236}">
                <a16:creationId xmlns:a16="http://schemas.microsoft.com/office/drawing/2014/main" id="{208997CF-76E9-4478-AC34-51F4EFE6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Enter 또는 전송 버튼으로 POST /api/query를 호출한다.</a:t>
            </a:r>
          </a:p>
        </p:txBody>
      </p:sp>
      <p:sp>
        <p:nvSpPr>
          <p:cNvPr id="21" name="object-167">
            <a:extLst xmlns:a="http://schemas.openxmlformats.org/drawingml/2006/main">
              <a:ext uri="{FF2B5EF4-FFF2-40B4-BE49-F238E27FC236}">
                <a16:creationId xmlns:a16="http://schemas.microsoft.com/office/drawing/2014/main" id="{8D60FE54-5F58-464E-8B2B-8D3441BC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168">
            <a:extLst xmlns:a="http://schemas.openxmlformats.org/drawingml/2006/main">
              <a:ext uri="{FF2B5EF4-FFF2-40B4-BE49-F238E27FC236}">
                <a16:creationId xmlns:a16="http://schemas.microsoft.com/office/drawing/2014/main" id="{B2EFED49-4BEC-4BF9-825E-B7F1B1DD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169">
            <a:extLst xmlns:a="http://schemas.openxmlformats.org/drawingml/2006/main">
              <a:ext uri="{FF2B5EF4-FFF2-40B4-BE49-F238E27FC236}">
                <a16:creationId xmlns:a16="http://schemas.microsoft.com/office/drawing/2014/main" id="{23115497-287F-47E6-AD3F-AF3BC17F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빈 입력 또는 typing 상태에서는 전송하지 않는다.</a:t>
            </a:r>
          </a:p>
        </p:txBody>
      </p:sp>
      <p:sp>
        <p:nvSpPr>
          <p:cNvPr id="24" name="object-170">
            <a:extLst xmlns:a="http://schemas.openxmlformats.org/drawingml/2006/main">
              <a:ext uri="{FF2B5EF4-FFF2-40B4-BE49-F238E27FC236}">
                <a16:creationId xmlns:a16="http://schemas.microsoft.com/office/drawing/2014/main" id="{EFABE8F1-2F72-4C22-A1C7-443888CF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171">
            <a:extLst xmlns:a="http://schemas.openxmlformats.org/drawingml/2006/main">
              <a:ext uri="{FF2B5EF4-FFF2-40B4-BE49-F238E27FC236}">
                <a16:creationId xmlns:a16="http://schemas.microsoft.com/office/drawing/2014/main" id="{41B8237F-1D06-4E98-A0E2-340595A6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172">
            <a:extLst xmlns:a="http://schemas.openxmlformats.org/drawingml/2006/main">
              <a:ext uri="{FF2B5EF4-FFF2-40B4-BE49-F238E27FC236}">
                <a16:creationId xmlns:a16="http://schemas.microsoft.com/office/drawing/2014/main" id="{9D7D9430-1CDA-4417-BEFE-B39BC6B5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서버가 500자까지 검증한다. UI 사전 길이 제한은 UI-014 개선 설계다.</a:t>
            </a:r>
          </a:p>
        </p:txBody>
      </p:sp>
      <p:sp>
        <p:nvSpPr>
          <p:cNvPr id="27" name="object-173">
            <a:extLst xmlns:a="http://schemas.openxmlformats.org/drawingml/2006/main">
              <a:ext uri="{FF2B5EF4-FFF2-40B4-BE49-F238E27FC236}">
                <a16:creationId xmlns:a16="http://schemas.microsoft.com/office/drawing/2014/main" id="{DB96B5F0-C12D-4032-9059-F80B428E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174">
            <a:extLst xmlns:a="http://schemas.openxmlformats.org/drawingml/2006/main">
              <a:ext uri="{FF2B5EF4-FFF2-40B4-BE49-F238E27FC236}">
                <a16:creationId xmlns:a16="http://schemas.microsoft.com/office/drawing/2014/main" id="{46237A38-A834-425E-9289-8C5B3612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</a:t>
            </a:r>
          </a:p>
        </p:txBody>
      </p:sp>
      <p:sp>
        <p:nvSpPr>
          <p:cNvPr id="29" name="object-175">
            <a:extLst xmlns:a="http://schemas.openxmlformats.org/drawingml/2006/main">
              <a:ext uri="{FF2B5EF4-FFF2-40B4-BE49-F238E27FC236}">
                <a16:creationId xmlns:a16="http://schemas.microsoft.com/office/drawing/2014/main" id="{56FE54E3-957D-4C34-9F1D-A570A113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FR-001</a:t>
            </a:r>
          </a:p>
        </p:txBody>
      </p:sp>
      <p:sp>
        <p:nvSpPr>
          <p:cNvPr id="30" name="object-176">
            <a:extLst xmlns:a="http://schemas.openxmlformats.org/drawingml/2006/main">
              <a:ext uri="{FF2B5EF4-FFF2-40B4-BE49-F238E27FC236}">
                <a16:creationId xmlns:a16="http://schemas.microsoft.com/office/drawing/2014/main" id="{AEBC3A42-9C18-4378-A30B-AFF052C3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177">
            <a:extLst xmlns:a="http://schemas.openxmlformats.org/drawingml/2006/main">
              <a:ext uri="{FF2B5EF4-FFF2-40B4-BE49-F238E27FC236}">
                <a16:creationId xmlns:a16="http://schemas.microsoft.com/office/drawing/2014/main" id="{71EDF6CC-8D83-4618-A8E7-AAC64369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178">
            <a:extLst xmlns:a="http://schemas.openxmlformats.org/drawingml/2006/main">
              <a:ext uri="{FF2B5EF4-FFF2-40B4-BE49-F238E27FC236}">
                <a16:creationId xmlns:a16="http://schemas.microsoft.com/office/drawing/2014/main" id="{1F0E4256-8FBF-429A-B483-69681C4D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</a:t>
            </a:r>
          </a:p>
        </p:txBody>
      </p:sp>
      <p:sp>
        <p:nvSpPr>
          <p:cNvPr id="33" name="object-179">
            <a:extLst xmlns:a="http://schemas.openxmlformats.org/drawingml/2006/main">
              <a:ext uri="{FF2B5EF4-FFF2-40B4-BE49-F238E27FC236}">
                <a16:creationId xmlns:a16="http://schemas.microsoft.com/office/drawing/2014/main" id="{3FE2B44D-0836-4C3F-8E6C-83AE82FD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180">
            <a:extLst xmlns:a="http://schemas.openxmlformats.org/drawingml/2006/main">
              <a:ext uri="{FF2B5EF4-FFF2-40B4-BE49-F238E27FC236}">
                <a16:creationId xmlns:a16="http://schemas.microsoft.com/office/drawing/2014/main" id="{75934311-0F10-4DF4-9F3E-5A0100B2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181">
            <a:extLst xmlns:a="http://schemas.openxmlformats.org/drawingml/2006/main">
              <a:ext uri="{FF2B5EF4-FFF2-40B4-BE49-F238E27FC236}">
                <a16:creationId xmlns:a16="http://schemas.microsoft.com/office/drawing/2014/main" id="{ED98887B-DD39-474F-BCC9-34232A19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182">
            <a:extLst xmlns:a="http://schemas.openxmlformats.org/drawingml/2006/main">
              <a:ext uri="{FF2B5EF4-FFF2-40B4-BE49-F238E27FC236}">
                <a16:creationId xmlns:a16="http://schemas.microsoft.com/office/drawing/2014/main" id="{52EE7907-C5B6-466F-8957-B846E19A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183">
            <a:extLst xmlns:a="http://schemas.openxmlformats.org/drawingml/2006/main">
              <a:ext uri="{FF2B5EF4-FFF2-40B4-BE49-F238E27FC236}">
                <a16:creationId xmlns:a16="http://schemas.microsoft.com/office/drawing/2014/main" id="{FCA5D9AB-8553-4763-B5DF-BD19E547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184">
            <a:extLst xmlns:a="http://schemas.openxmlformats.org/drawingml/2006/main">
              <a:ext uri="{FF2B5EF4-FFF2-40B4-BE49-F238E27FC236}">
                <a16:creationId xmlns:a16="http://schemas.microsoft.com/office/drawing/2014/main" id="{9FC6E022-1C72-4B47-9B3B-84582C53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185">
            <a:extLst xmlns:a="http://schemas.openxmlformats.org/drawingml/2006/main">
              <a:ext uri="{FF2B5EF4-FFF2-40B4-BE49-F238E27FC236}">
                <a16:creationId xmlns:a16="http://schemas.microsoft.com/office/drawing/2014/main" id="{885280B0-28A2-4342-B580-07884A6C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766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object-186">
            <a:extLst xmlns:a="http://schemas.openxmlformats.org/drawingml/2006/main">
              <a:ext uri="{FF2B5EF4-FFF2-40B4-BE49-F238E27FC236}">
                <a16:creationId xmlns:a16="http://schemas.microsoft.com/office/drawing/2014/main" id="{359484F0-A1C2-4395-948E-1DED9D3E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24050"/>
            <a:ext cx="74961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안녕하세요! 한성대학교 공지 챗봇 CampusRAG입니다.</a:t>
            </a:r>
          </a:p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학사, 장학, 학교 생활에 대해 궁금한 점을 물어보세요.</a:t>
            </a:r>
          </a:p>
        </p:txBody>
      </p:sp>
      <p:sp>
        <p:nvSpPr>
          <p:cNvPr id="41" name="object-187">
            <a:extLst xmlns:a="http://schemas.openxmlformats.org/drawingml/2006/main">
              <a:ext uri="{FF2B5EF4-FFF2-40B4-BE49-F238E27FC236}">
                <a16:creationId xmlns:a16="http://schemas.microsoft.com/office/drawing/2014/main" id="{80D81BD6-DEBC-44BF-8FE1-A0E846CF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766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2" name="object-188">
            <a:extLst xmlns:a="http://schemas.openxmlformats.org/drawingml/2006/main">
              <a:ext uri="{FF2B5EF4-FFF2-40B4-BE49-F238E27FC236}">
                <a16:creationId xmlns:a16="http://schemas.microsoft.com/office/drawing/2014/main" id="{EFDBA1E5-94C8-4D41-97C1-8608F913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00400"/>
            <a:ext cx="7610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2026학년도 수강신청 일정 알려줘</a:t>
            </a:r>
          </a:p>
        </p:txBody>
      </p:sp>
      <p:sp>
        <p:nvSpPr>
          <p:cNvPr id="43" name="object-189">
            <a:extLst xmlns:a="http://schemas.openxmlformats.org/drawingml/2006/main">
              <a:ext uri="{FF2B5EF4-FFF2-40B4-BE49-F238E27FC236}">
                <a16:creationId xmlns:a16="http://schemas.microsoft.com/office/drawing/2014/main" id="{1B42D05F-49A2-4850-A190-094383D3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766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4" name="object-190">
            <a:extLst xmlns:a="http://schemas.openxmlformats.org/drawingml/2006/main">
              <a:ext uri="{FF2B5EF4-FFF2-40B4-BE49-F238E27FC236}">
                <a16:creationId xmlns:a16="http://schemas.microsoft.com/office/drawing/2014/main" id="{134B8087-9763-42A7-922E-5612D2AA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14750"/>
            <a:ext cx="7610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국가장학금 신청 기간과 가구원 동의 기간</a:t>
            </a:r>
          </a:p>
        </p:txBody>
      </p:sp>
      <p:sp>
        <p:nvSpPr>
          <p:cNvPr id="45" name="object-191">
            <a:extLst xmlns:a="http://schemas.openxmlformats.org/drawingml/2006/main">
              <a:ext uri="{FF2B5EF4-FFF2-40B4-BE49-F238E27FC236}">
                <a16:creationId xmlns:a16="http://schemas.microsoft.com/office/drawing/2014/main" id="{659ACBC1-AF0E-472A-B76D-BA203CA1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766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6" name="object-192">
            <a:extLst xmlns:a="http://schemas.openxmlformats.org/drawingml/2006/main">
              <a:ext uri="{FF2B5EF4-FFF2-40B4-BE49-F238E27FC236}">
                <a16:creationId xmlns:a16="http://schemas.microsoft.com/office/drawing/2014/main" id="{BC0D73DF-8573-4698-B4F9-B6F7E40A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29100"/>
            <a:ext cx="7610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전공연계 멘토링 참가자 신청</a:t>
            </a:r>
          </a:p>
        </p:txBody>
      </p:sp>
      <p:sp>
        <p:nvSpPr>
          <p:cNvPr id="47" name="object-193">
            <a:extLst xmlns:a="http://schemas.openxmlformats.org/drawingml/2006/main">
              <a:ext uri="{FF2B5EF4-FFF2-40B4-BE49-F238E27FC236}">
                <a16:creationId xmlns:a16="http://schemas.microsoft.com/office/drawing/2014/main" id="{190D682C-3089-465D-A8C1-1667A9CA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38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국가장학금 신청 기간이 궁금해요</a:t>
            </a:r>
          </a:p>
        </p:txBody>
      </p:sp>
      <p:sp>
        <p:nvSpPr>
          <p:cNvPr id="48" name="object-194">
            <a:extLst xmlns:a="http://schemas.openxmlformats.org/drawingml/2006/main">
              <a:ext uri="{FF2B5EF4-FFF2-40B4-BE49-F238E27FC236}">
                <a16:creationId xmlns:a16="http://schemas.microsoft.com/office/drawing/2014/main" id="{E57ED8E5-0342-4569-8A0B-3F705EFC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object-195">
            <a:extLst xmlns:a="http://schemas.openxmlformats.org/drawingml/2006/main">
              <a:ext uri="{FF2B5EF4-FFF2-40B4-BE49-F238E27FC236}">
                <a16:creationId xmlns:a16="http://schemas.microsoft.com/office/drawing/2014/main" id="{603ED0B8-E36D-4588-96D2-55C51656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0" name="object-196">
            <a:extLst xmlns:a="http://schemas.openxmlformats.org/drawingml/2006/main">
              <a:ext uri="{FF2B5EF4-FFF2-40B4-BE49-F238E27FC236}">
                <a16:creationId xmlns:a16="http://schemas.microsoft.com/office/drawing/2014/main" id="{A5E2B0CD-1B9A-4F56-9D15-34FBF182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object-197">
            <a:extLst xmlns:a="http://schemas.openxmlformats.org/drawingml/2006/main">
              <a:ext uri="{FF2B5EF4-FFF2-40B4-BE49-F238E27FC236}">
                <a16:creationId xmlns:a16="http://schemas.microsoft.com/office/drawing/2014/main" id="{F512BB53-0E1D-494C-A970-DD6E7D38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2" name="object-198">
            <a:extLst xmlns:a="http://schemas.openxmlformats.org/drawingml/2006/main">
              <a:ext uri="{FF2B5EF4-FFF2-40B4-BE49-F238E27FC236}">
                <a16:creationId xmlns:a16="http://schemas.microsoft.com/office/drawing/2014/main" id="{2B69D526-D72F-46F1-A717-2D7694B1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object-199">
            <a:extLst xmlns:a="http://schemas.openxmlformats.org/drawingml/2006/main">
              <a:ext uri="{FF2B5EF4-FFF2-40B4-BE49-F238E27FC236}">
                <a16:creationId xmlns:a16="http://schemas.microsoft.com/office/drawing/2014/main" id="{DF4E63BC-5FE8-4108-8255-E79157A1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4" name="object-200">
            <a:extLst xmlns:a="http://schemas.openxmlformats.org/drawingml/2006/main">
              <a:ext uri="{FF2B5EF4-FFF2-40B4-BE49-F238E27FC236}">
                <a16:creationId xmlns:a16="http://schemas.microsoft.com/office/drawing/2014/main" id="{7703BD96-DCAE-419F-8F40-7CFDF30C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object-201">
            <a:extLst xmlns:a="http://schemas.openxmlformats.org/drawingml/2006/main">
              <a:ext uri="{FF2B5EF4-FFF2-40B4-BE49-F238E27FC236}">
                <a16:creationId xmlns:a16="http://schemas.microsoft.com/office/drawing/2014/main" id="{5E9CDCD5-AD9B-4AF5-B551-B105DCC3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935799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object-202">
            <a:extLst xmlns:a="http://schemas.openxmlformats.org/drawingml/2006/main">
              <a:ext uri="{FF2B5EF4-FFF2-40B4-BE49-F238E27FC236}">
                <a16:creationId xmlns:a16="http://schemas.microsoft.com/office/drawing/2014/main" id="{EDB6CE0A-3884-4343-B24E-22D95E01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203">
            <a:extLst xmlns:a="http://schemas.openxmlformats.org/drawingml/2006/main">
              <a:ext uri="{FF2B5EF4-FFF2-40B4-BE49-F238E27FC236}">
                <a16:creationId xmlns:a16="http://schemas.microsoft.com/office/drawing/2014/main" id="{1BA195AA-AD50-4FBE-BC38-A4DA1E33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204">
            <a:extLst xmlns:a="http://schemas.openxmlformats.org/drawingml/2006/main">
              <a:ext uri="{FF2B5EF4-FFF2-40B4-BE49-F238E27FC236}">
                <a16:creationId xmlns:a16="http://schemas.microsoft.com/office/drawing/2014/main" id="{B7DEB4F9-0646-4787-8A76-2EAF4064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205">
            <a:extLst xmlns:a="http://schemas.openxmlformats.org/drawingml/2006/main">
              <a:ext uri="{FF2B5EF4-FFF2-40B4-BE49-F238E27FC236}">
                <a16:creationId xmlns:a16="http://schemas.microsoft.com/office/drawing/2014/main" id="{E1908D9A-8B83-453D-B083-9CD4BB3C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206">
            <a:extLst xmlns:a="http://schemas.openxmlformats.org/drawingml/2006/main">
              <a:ext uri="{FF2B5EF4-FFF2-40B4-BE49-F238E27FC236}">
                <a16:creationId xmlns:a16="http://schemas.microsoft.com/office/drawing/2014/main" id="{BDA9D65A-D415-48C0-BC6E-300253D6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답변 대기</a:t>
            </a:r>
          </a:p>
        </p:txBody>
      </p:sp>
      <p:sp>
        <p:nvSpPr>
          <p:cNvPr id="6" name="object-207">
            <a:extLst xmlns:a="http://schemas.openxmlformats.org/drawingml/2006/main">
              <a:ext uri="{FF2B5EF4-FFF2-40B4-BE49-F238E27FC236}">
                <a16:creationId xmlns:a16="http://schemas.microsoft.com/office/drawing/2014/main" id="{31006AA0-2C8D-40C5-81B1-719685E8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208">
            <a:extLst xmlns:a="http://schemas.openxmlformats.org/drawingml/2006/main">
              <a:ext uri="{FF2B5EF4-FFF2-40B4-BE49-F238E27FC236}">
                <a16:creationId xmlns:a16="http://schemas.microsoft.com/office/drawing/2014/main" id="{B5125B3B-08C7-41E3-AB87-A79BB2E8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</a:t>
            </a:r>
          </a:p>
        </p:txBody>
      </p:sp>
      <p:sp>
        <p:nvSpPr>
          <p:cNvPr id="8" name="object-209">
            <a:extLst xmlns:a="http://schemas.openxmlformats.org/drawingml/2006/main">
              <a:ext uri="{FF2B5EF4-FFF2-40B4-BE49-F238E27FC236}">
                <a16:creationId xmlns:a16="http://schemas.microsoft.com/office/drawing/2014/main" id="{0D82CA0E-74AB-4933-9673-7209239E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210">
            <a:extLst xmlns:a="http://schemas.openxmlformats.org/drawingml/2006/main">
              <a:ext uri="{FF2B5EF4-FFF2-40B4-BE49-F238E27FC236}">
                <a16:creationId xmlns:a16="http://schemas.microsoft.com/office/drawing/2014/main" id="{F4482223-CFFE-4645-BE48-78E3A697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UI-003</a:t>
            </a:r>
          </a:p>
        </p:txBody>
      </p:sp>
      <p:sp>
        <p:nvSpPr>
          <p:cNvPr id="10" name="object-211">
            <a:extLst xmlns:a="http://schemas.openxmlformats.org/drawingml/2006/main">
              <a:ext uri="{FF2B5EF4-FFF2-40B4-BE49-F238E27FC236}">
                <a16:creationId xmlns:a16="http://schemas.microsoft.com/office/drawing/2014/main" id="{655A71AF-D279-4B24-A6F7-407FC7D9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8    2026-10-18    v1.0</a:t>
            </a:r>
          </a:p>
        </p:txBody>
      </p:sp>
      <p:sp>
        <p:nvSpPr>
          <p:cNvPr id="11" name="object-212">
            <a:extLst xmlns:a="http://schemas.openxmlformats.org/drawingml/2006/main">
              <a:ext uri="{FF2B5EF4-FFF2-40B4-BE49-F238E27FC236}">
                <a16:creationId xmlns:a16="http://schemas.microsoft.com/office/drawing/2014/main" id="{DDB76AE4-7902-40E8-B3B0-F4AB66B2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CampusRAG</a:t>
            </a:r>
          </a:p>
        </p:txBody>
      </p:sp>
      <p:sp>
        <p:nvSpPr>
          <p:cNvPr id="12" name="object-213">
            <a:extLst xmlns:a="http://schemas.openxmlformats.org/drawingml/2006/main">
              <a:ext uri="{FF2B5EF4-FFF2-40B4-BE49-F238E27FC236}">
                <a16:creationId xmlns:a16="http://schemas.microsoft.com/office/drawing/2014/main" id="{A5041B9D-3993-4FD6-BA66-AB148654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13" name="object-214">
            <a:extLst xmlns:a="http://schemas.openxmlformats.org/drawingml/2006/main">
              <a:ext uri="{FF2B5EF4-FFF2-40B4-BE49-F238E27FC236}">
                <a16:creationId xmlns:a16="http://schemas.microsoft.com/office/drawing/2014/main" id="{CCEDD0DF-02CB-48A9-B42F-BCE70ED3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215">
            <a:extLst xmlns:a="http://schemas.openxmlformats.org/drawingml/2006/main">
              <a:ext uri="{FF2B5EF4-FFF2-40B4-BE49-F238E27FC236}">
                <a16:creationId xmlns:a16="http://schemas.microsoft.com/office/drawing/2014/main" id="{BD6DEE16-70DD-4CFA-91CE-79928AA3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216">
            <a:extLst xmlns:a="http://schemas.openxmlformats.org/drawingml/2006/main">
              <a:ext uri="{FF2B5EF4-FFF2-40B4-BE49-F238E27FC236}">
                <a16:creationId xmlns:a16="http://schemas.microsoft.com/office/drawing/2014/main" id="{597391A8-B7F9-458B-BD7C-C5B0F9EC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217">
            <a:extLst xmlns:a="http://schemas.openxmlformats.org/drawingml/2006/main">
              <a:ext uri="{FF2B5EF4-FFF2-40B4-BE49-F238E27FC236}">
                <a16:creationId xmlns:a16="http://schemas.microsoft.com/office/drawing/2014/main" id="{0C743F50-E2CD-4235-A60C-2C3F442C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218">
            <a:extLst xmlns:a="http://schemas.openxmlformats.org/drawingml/2006/main">
              <a:ext uri="{FF2B5EF4-FFF2-40B4-BE49-F238E27FC236}">
                <a16:creationId xmlns:a16="http://schemas.microsoft.com/office/drawing/2014/main" id="{609B3D9F-BD05-47C2-9870-4977C6C5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질문을 사용자 말풍선으로 즉시 추가한다.</a:t>
            </a:r>
          </a:p>
        </p:txBody>
      </p:sp>
      <p:sp>
        <p:nvSpPr>
          <p:cNvPr id="18" name="object-219">
            <a:extLst xmlns:a="http://schemas.openxmlformats.org/drawingml/2006/main">
              <a:ext uri="{FF2B5EF4-FFF2-40B4-BE49-F238E27FC236}">
                <a16:creationId xmlns:a16="http://schemas.microsoft.com/office/drawing/2014/main" id="{166D9DCF-D04F-4FF4-99BE-197A890D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220">
            <a:extLst xmlns:a="http://schemas.openxmlformats.org/drawingml/2006/main">
              <a:ext uri="{FF2B5EF4-FFF2-40B4-BE49-F238E27FC236}">
                <a16:creationId xmlns:a16="http://schemas.microsoft.com/office/drawing/2014/main" id="{B978C32A-EFAD-4B15-9BE9-2C515E1A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221">
            <a:extLst xmlns:a="http://schemas.openxmlformats.org/drawingml/2006/main">
              <a:ext uri="{FF2B5EF4-FFF2-40B4-BE49-F238E27FC236}">
                <a16:creationId xmlns:a16="http://schemas.microsoft.com/office/drawing/2014/main" id="{B5E0CC1C-565B-4077-97BF-CDADA7CA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입력창을 비운 뒤 점 애니메이션으로 대기를 표시한다.</a:t>
            </a:r>
          </a:p>
        </p:txBody>
      </p:sp>
      <p:sp>
        <p:nvSpPr>
          <p:cNvPr id="21" name="object-222">
            <a:extLst xmlns:a="http://schemas.openxmlformats.org/drawingml/2006/main">
              <a:ext uri="{FF2B5EF4-FFF2-40B4-BE49-F238E27FC236}">
                <a16:creationId xmlns:a16="http://schemas.microsoft.com/office/drawing/2014/main" id="{B5F8E6EA-8943-4E9A-89DA-181ACBB8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223">
            <a:extLst xmlns:a="http://schemas.openxmlformats.org/drawingml/2006/main">
              <a:ext uri="{FF2B5EF4-FFF2-40B4-BE49-F238E27FC236}">
                <a16:creationId xmlns:a16="http://schemas.microsoft.com/office/drawing/2014/main" id="{35CA0AD3-1E63-4F76-B494-869FF717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224">
            <a:extLst xmlns:a="http://schemas.openxmlformats.org/drawingml/2006/main">
              <a:ext uri="{FF2B5EF4-FFF2-40B4-BE49-F238E27FC236}">
                <a16:creationId xmlns:a16="http://schemas.microsoft.com/office/drawing/2014/main" id="{80C42B15-72BF-4D0F-98E8-EABF711B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typing 동안 버튼과 예시 질문의 중복 전송을 막는다.</a:t>
            </a:r>
          </a:p>
        </p:txBody>
      </p:sp>
      <p:sp>
        <p:nvSpPr>
          <p:cNvPr id="24" name="object-225">
            <a:extLst xmlns:a="http://schemas.openxmlformats.org/drawingml/2006/main">
              <a:ext uri="{FF2B5EF4-FFF2-40B4-BE49-F238E27FC236}">
                <a16:creationId xmlns:a16="http://schemas.microsoft.com/office/drawing/2014/main" id="{54FB1E78-59E6-4144-BF47-166EDD34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226">
            <a:extLst xmlns:a="http://schemas.openxmlformats.org/drawingml/2006/main">
              <a:ext uri="{FF2B5EF4-FFF2-40B4-BE49-F238E27FC236}">
                <a16:creationId xmlns:a16="http://schemas.microsoft.com/office/drawing/2014/main" id="{C3594C37-B124-4D04-BCD7-ADC5D782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227">
            <a:extLst xmlns:a="http://schemas.openxmlformats.org/drawingml/2006/main">
              <a:ext uri="{FF2B5EF4-FFF2-40B4-BE49-F238E27FC236}">
                <a16:creationId xmlns:a16="http://schemas.microsoft.com/office/drawing/2014/main" id="{A406209C-0AE7-4C9B-BF46-33D537A8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성공·실패 모두 finally에서 대기를 해제한다. 사용자용 취소 버튼은 없다.</a:t>
            </a:r>
          </a:p>
        </p:txBody>
      </p:sp>
      <p:sp>
        <p:nvSpPr>
          <p:cNvPr id="27" name="object-228">
            <a:extLst xmlns:a="http://schemas.openxmlformats.org/drawingml/2006/main">
              <a:ext uri="{FF2B5EF4-FFF2-40B4-BE49-F238E27FC236}">
                <a16:creationId xmlns:a16="http://schemas.microsoft.com/office/drawing/2014/main" id="{704404C2-523D-468D-8E24-B5B435CC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229">
            <a:extLst xmlns:a="http://schemas.openxmlformats.org/drawingml/2006/main">
              <a:ext uri="{FF2B5EF4-FFF2-40B4-BE49-F238E27FC236}">
                <a16:creationId xmlns:a16="http://schemas.microsoft.com/office/drawing/2014/main" id="{73774D98-8F01-4625-838A-2A5F35EB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</a:t>
            </a:r>
          </a:p>
        </p:txBody>
      </p:sp>
      <p:sp>
        <p:nvSpPr>
          <p:cNvPr id="29" name="object-230">
            <a:extLst xmlns:a="http://schemas.openxmlformats.org/drawingml/2006/main">
              <a:ext uri="{FF2B5EF4-FFF2-40B4-BE49-F238E27FC236}">
                <a16:creationId xmlns:a16="http://schemas.microsoft.com/office/drawing/2014/main" id="{FB20E913-5A1E-47A6-83BF-4CDFD3ED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FR-001, FR-004</a:t>
            </a:r>
          </a:p>
        </p:txBody>
      </p:sp>
      <p:sp>
        <p:nvSpPr>
          <p:cNvPr id="30" name="object-231">
            <a:extLst xmlns:a="http://schemas.openxmlformats.org/drawingml/2006/main">
              <a:ext uri="{FF2B5EF4-FFF2-40B4-BE49-F238E27FC236}">
                <a16:creationId xmlns:a16="http://schemas.microsoft.com/office/drawing/2014/main" id="{58834FA6-7A3C-4988-AA69-32CDE0E3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232">
            <a:extLst xmlns:a="http://schemas.openxmlformats.org/drawingml/2006/main">
              <a:ext uri="{FF2B5EF4-FFF2-40B4-BE49-F238E27FC236}">
                <a16:creationId xmlns:a16="http://schemas.microsoft.com/office/drawing/2014/main" id="{827AFC7E-31E2-45C1-A6F1-4F1706AE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233">
            <a:extLst xmlns:a="http://schemas.openxmlformats.org/drawingml/2006/main">
              <a:ext uri="{FF2B5EF4-FFF2-40B4-BE49-F238E27FC236}">
                <a16:creationId xmlns:a16="http://schemas.microsoft.com/office/drawing/2014/main" id="{C9CBA805-81EA-4EAD-941A-10851A73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</a:t>
            </a:r>
          </a:p>
        </p:txBody>
      </p:sp>
      <p:sp>
        <p:nvSpPr>
          <p:cNvPr id="33" name="object-234">
            <a:extLst xmlns:a="http://schemas.openxmlformats.org/drawingml/2006/main">
              <a:ext uri="{FF2B5EF4-FFF2-40B4-BE49-F238E27FC236}">
                <a16:creationId xmlns:a16="http://schemas.microsoft.com/office/drawing/2014/main" id="{6AA83BE4-B14A-474E-8636-2DFBA1E0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235">
            <a:extLst xmlns:a="http://schemas.openxmlformats.org/drawingml/2006/main">
              <a:ext uri="{FF2B5EF4-FFF2-40B4-BE49-F238E27FC236}">
                <a16:creationId xmlns:a16="http://schemas.microsoft.com/office/drawing/2014/main" id="{D1D6418D-C647-4FA3-943C-9466D052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236">
            <a:extLst xmlns:a="http://schemas.openxmlformats.org/drawingml/2006/main">
              <a:ext uri="{FF2B5EF4-FFF2-40B4-BE49-F238E27FC236}">
                <a16:creationId xmlns:a16="http://schemas.microsoft.com/office/drawing/2014/main" id="{ED76FD1A-1560-4E35-8B14-ADC3AF77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237">
            <a:extLst xmlns:a="http://schemas.openxmlformats.org/drawingml/2006/main">
              <a:ext uri="{FF2B5EF4-FFF2-40B4-BE49-F238E27FC236}">
                <a16:creationId xmlns:a16="http://schemas.microsoft.com/office/drawing/2014/main" id="{AC04F94E-FAD8-4A04-B6E4-8DE96618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238">
            <a:extLst xmlns:a="http://schemas.openxmlformats.org/drawingml/2006/main">
              <a:ext uri="{FF2B5EF4-FFF2-40B4-BE49-F238E27FC236}">
                <a16:creationId xmlns:a16="http://schemas.microsoft.com/office/drawing/2014/main" id="{C9E6448F-20B7-411F-AF11-F9B0BD6F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239">
            <a:extLst xmlns:a="http://schemas.openxmlformats.org/drawingml/2006/main">
              <a:ext uri="{FF2B5EF4-FFF2-40B4-BE49-F238E27FC236}">
                <a16:creationId xmlns:a16="http://schemas.microsoft.com/office/drawing/2014/main" id="{FA5C476F-BCBC-4B5E-9A0C-7816F7FD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240">
            <a:extLst xmlns:a="http://schemas.openxmlformats.org/drawingml/2006/main">
              <a:ext uri="{FF2B5EF4-FFF2-40B4-BE49-F238E27FC236}">
                <a16:creationId xmlns:a16="http://schemas.microsoft.com/office/drawing/2014/main" id="{FD36736A-EE55-411A-BA74-E698782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3269" y="1800225"/>
            <a:ext cx="4829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object-241">
            <a:extLst xmlns:a="http://schemas.openxmlformats.org/drawingml/2006/main">
              <a:ext uri="{FF2B5EF4-FFF2-40B4-BE49-F238E27FC236}">
                <a16:creationId xmlns:a16="http://schemas.microsoft.com/office/drawing/2014/main" id="{412C019E-02B0-46D5-8E7F-1E1107FA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994" y="1866900"/>
            <a:ext cx="4657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국가장학금 신청 기간이 궁금해요</a:t>
            </a:r>
          </a:p>
        </p:txBody>
      </p:sp>
      <p:sp>
        <p:nvSpPr>
          <p:cNvPr id="41" name="object-242">
            <a:extLst xmlns:a="http://schemas.openxmlformats.org/drawingml/2006/main">
              <a:ext uri="{FF2B5EF4-FFF2-40B4-BE49-F238E27FC236}">
                <a16:creationId xmlns:a16="http://schemas.microsoft.com/office/drawing/2014/main" id="{FBC4ED1F-5509-4031-85C1-3FAA6C23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766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object-243">
            <a:extLst xmlns:a="http://schemas.openxmlformats.org/drawingml/2006/main">
              <a:ext uri="{FF2B5EF4-FFF2-40B4-BE49-F238E27FC236}">
                <a16:creationId xmlns:a16="http://schemas.microsoft.com/office/drawing/2014/main" id="{D233055A-3679-467D-A49F-D76A4CFF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05125"/>
            <a:ext cx="7496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답변을 준비하고 있습니다   · · ·</a:t>
            </a:r>
          </a:p>
        </p:txBody>
      </p:sp>
      <p:sp>
        <p:nvSpPr>
          <p:cNvPr id="43" name="object-244">
            <a:extLst xmlns:a="http://schemas.openxmlformats.org/drawingml/2006/main">
              <a:ext uri="{FF2B5EF4-FFF2-40B4-BE49-F238E27FC236}">
                <a16:creationId xmlns:a16="http://schemas.microsoft.com/office/drawing/2014/main" id="{52829514-8F37-45F0-BB10-F474EF75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object-245">
            <a:extLst xmlns:a="http://schemas.openxmlformats.org/drawingml/2006/main">
              <a:ext uri="{FF2B5EF4-FFF2-40B4-BE49-F238E27FC236}">
                <a16:creationId xmlns:a16="http://schemas.microsoft.com/office/drawing/2014/main" id="{66D66251-0652-4931-AD0A-31156800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5" name="object-246">
            <a:extLst xmlns:a="http://schemas.openxmlformats.org/drawingml/2006/main">
              <a:ext uri="{FF2B5EF4-FFF2-40B4-BE49-F238E27FC236}">
                <a16:creationId xmlns:a16="http://schemas.microsoft.com/office/drawing/2014/main" id="{DB5136B0-0A65-4FF0-B542-9B02313E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object-247">
            <a:extLst xmlns:a="http://schemas.openxmlformats.org/drawingml/2006/main">
              <a:ext uri="{FF2B5EF4-FFF2-40B4-BE49-F238E27FC236}">
                <a16:creationId xmlns:a16="http://schemas.microsoft.com/office/drawing/2014/main" id="{8592D7CD-8032-4BE2-8A7A-C52F3D24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7" name="object-248">
            <a:extLst xmlns:a="http://schemas.openxmlformats.org/drawingml/2006/main">
              <a:ext uri="{FF2B5EF4-FFF2-40B4-BE49-F238E27FC236}">
                <a16:creationId xmlns:a16="http://schemas.microsoft.com/office/drawing/2014/main" id="{22488A6E-87C3-4052-BBA5-3DC0CFBB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bject-249">
            <a:extLst xmlns:a="http://schemas.openxmlformats.org/drawingml/2006/main">
              <a:ext uri="{FF2B5EF4-FFF2-40B4-BE49-F238E27FC236}">
                <a16:creationId xmlns:a16="http://schemas.microsoft.com/office/drawing/2014/main" id="{45507332-F4BE-4C8E-AFA0-CCC56EF1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9" name="object-250">
            <a:extLst xmlns:a="http://schemas.openxmlformats.org/drawingml/2006/main">
              <a:ext uri="{FF2B5EF4-FFF2-40B4-BE49-F238E27FC236}">
                <a16:creationId xmlns:a16="http://schemas.microsoft.com/office/drawing/2014/main" id="{57A99DAA-B2D0-4B96-9C33-C3C78002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object-251">
            <a:extLst xmlns:a="http://schemas.openxmlformats.org/drawingml/2006/main">
              <a:ext uri="{FF2B5EF4-FFF2-40B4-BE49-F238E27FC236}">
                <a16:creationId xmlns:a16="http://schemas.microsoft.com/office/drawing/2014/main" id="{3C833415-391C-4BED-B8C6-60D2DD88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82972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object-252">
            <a:extLst xmlns:a="http://schemas.openxmlformats.org/drawingml/2006/main">
              <a:ext uri="{FF2B5EF4-FFF2-40B4-BE49-F238E27FC236}">
                <a16:creationId xmlns:a16="http://schemas.microsoft.com/office/drawing/2014/main" id="{0A0FF4B5-8265-4FD3-9BC6-193BB659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253">
            <a:extLst xmlns:a="http://schemas.openxmlformats.org/drawingml/2006/main">
              <a:ext uri="{FF2B5EF4-FFF2-40B4-BE49-F238E27FC236}">
                <a16:creationId xmlns:a16="http://schemas.microsoft.com/office/drawing/2014/main" id="{4B9AB8F6-47FE-472B-B155-37D99AEC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254">
            <a:extLst xmlns:a="http://schemas.openxmlformats.org/drawingml/2006/main">
              <a:ext uri="{FF2B5EF4-FFF2-40B4-BE49-F238E27FC236}">
                <a16:creationId xmlns:a16="http://schemas.microsoft.com/office/drawing/2014/main" id="{545AC4EF-D5D0-4293-9DC9-9F1A5B1A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255">
            <a:extLst xmlns:a="http://schemas.openxmlformats.org/drawingml/2006/main">
              <a:ext uri="{FF2B5EF4-FFF2-40B4-BE49-F238E27FC236}">
                <a16:creationId xmlns:a16="http://schemas.microsoft.com/office/drawing/2014/main" id="{E7A45AE9-9913-4EE6-8980-24B53285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256">
            <a:extLst xmlns:a="http://schemas.openxmlformats.org/drawingml/2006/main">
              <a:ext uri="{FF2B5EF4-FFF2-40B4-BE49-F238E27FC236}">
                <a16:creationId xmlns:a16="http://schemas.microsoft.com/office/drawing/2014/main" id="{5083BD03-359B-496B-A1F7-2C13DB31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답변과 출처</a:t>
            </a:r>
          </a:p>
        </p:txBody>
      </p:sp>
      <p:sp>
        <p:nvSpPr>
          <p:cNvPr id="6" name="object-257">
            <a:extLst xmlns:a="http://schemas.openxmlformats.org/drawingml/2006/main">
              <a:ext uri="{FF2B5EF4-FFF2-40B4-BE49-F238E27FC236}">
                <a16:creationId xmlns:a16="http://schemas.microsoft.com/office/drawing/2014/main" id="{04768EA4-8EE1-4AD6-90C1-F099A815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258">
            <a:extLst xmlns:a="http://schemas.openxmlformats.org/drawingml/2006/main">
              <a:ext uri="{FF2B5EF4-FFF2-40B4-BE49-F238E27FC236}">
                <a16:creationId xmlns:a16="http://schemas.microsoft.com/office/drawing/2014/main" id="{43FBBAF8-5833-4378-B2FB-73691DF7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</a:t>
            </a:r>
          </a:p>
        </p:txBody>
      </p:sp>
      <p:sp>
        <p:nvSpPr>
          <p:cNvPr id="8" name="object-259">
            <a:extLst xmlns:a="http://schemas.openxmlformats.org/drawingml/2006/main">
              <a:ext uri="{FF2B5EF4-FFF2-40B4-BE49-F238E27FC236}">
                <a16:creationId xmlns:a16="http://schemas.microsoft.com/office/drawing/2014/main" id="{A1131FBA-79B8-4B79-838E-0AB5E59B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260">
            <a:extLst xmlns:a="http://schemas.openxmlformats.org/drawingml/2006/main">
              <a:ext uri="{FF2B5EF4-FFF2-40B4-BE49-F238E27FC236}">
                <a16:creationId xmlns:a16="http://schemas.microsoft.com/office/drawing/2014/main" id="{44143B9D-F496-4689-83DA-6E2FD01D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UI-004</a:t>
            </a:r>
          </a:p>
        </p:txBody>
      </p:sp>
      <p:sp>
        <p:nvSpPr>
          <p:cNvPr id="10" name="object-261">
            <a:extLst xmlns:a="http://schemas.openxmlformats.org/drawingml/2006/main">
              <a:ext uri="{FF2B5EF4-FFF2-40B4-BE49-F238E27FC236}">
                <a16:creationId xmlns:a16="http://schemas.microsoft.com/office/drawing/2014/main" id="{0D9C6B5A-AAAD-4C2B-9A2D-EBBD210E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9    2026-10-18    v1.0</a:t>
            </a:r>
          </a:p>
        </p:txBody>
      </p:sp>
      <p:sp>
        <p:nvSpPr>
          <p:cNvPr id="11" name="object-262">
            <a:extLst xmlns:a="http://schemas.openxmlformats.org/drawingml/2006/main">
              <a:ext uri="{FF2B5EF4-FFF2-40B4-BE49-F238E27FC236}">
                <a16:creationId xmlns:a16="http://schemas.microsoft.com/office/drawing/2014/main" id="{88F3783F-E58F-42B1-8DA1-D29CE052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CampusRAG</a:t>
            </a:r>
          </a:p>
        </p:txBody>
      </p:sp>
      <p:sp>
        <p:nvSpPr>
          <p:cNvPr id="12" name="object-263">
            <a:extLst xmlns:a="http://schemas.openxmlformats.org/drawingml/2006/main">
              <a:ext uri="{FF2B5EF4-FFF2-40B4-BE49-F238E27FC236}">
                <a16:creationId xmlns:a16="http://schemas.microsoft.com/office/drawing/2014/main" id="{22C9D93A-1F87-4194-8AB8-0341B077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13" name="object-264">
            <a:extLst xmlns:a="http://schemas.openxmlformats.org/drawingml/2006/main">
              <a:ext uri="{FF2B5EF4-FFF2-40B4-BE49-F238E27FC236}">
                <a16:creationId xmlns:a16="http://schemas.microsoft.com/office/drawing/2014/main" id="{56102ED0-6DA7-4D81-9294-2C42E792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265">
            <a:extLst xmlns:a="http://schemas.openxmlformats.org/drawingml/2006/main">
              <a:ext uri="{FF2B5EF4-FFF2-40B4-BE49-F238E27FC236}">
                <a16:creationId xmlns:a16="http://schemas.microsoft.com/office/drawing/2014/main" id="{A5C8E4CF-2DBD-4266-AA7E-31FEED82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266">
            <a:extLst xmlns:a="http://schemas.openxmlformats.org/drawingml/2006/main">
              <a:ext uri="{FF2B5EF4-FFF2-40B4-BE49-F238E27FC236}">
                <a16:creationId xmlns:a16="http://schemas.microsoft.com/office/drawing/2014/main" id="{F28B3DB0-D704-4F4A-9BDD-FC2EE9E5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267">
            <a:extLst xmlns:a="http://schemas.openxmlformats.org/drawingml/2006/main">
              <a:ext uri="{FF2B5EF4-FFF2-40B4-BE49-F238E27FC236}">
                <a16:creationId xmlns:a16="http://schemas.microsoft.com/office/drawing/2014/main" id="{A592E249-5E5C-4FF9-A002-393ABB88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268">
            <a:extLst xmlns:a="http://schemas.openxmlformats.org/drawingml/2006/main">
              <a:ext uri="{FF2B5EF4-FFF2-40B4-BE49-F238E27FC236}">
                <a16:creationId xmlns:a16="http://schemas.microsoft.com/office/drawing/2014/main" id="{EBC83396-249E-4F40-9998-AA9FAFB3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answer를 문단과 목록 줄로 표시한다.</a:t>
            </a:r>
          </a:p>
        </p:txBody>
      </p:sp>
      <p:sp>
        <p:nvSpPr>
          <p:cNvPr id="18" name="object-269">
            <a:extLst xmlns:a="http://schemas.openxmlformats.org/drawingml/2006/main">
              <a:ext uri="{FF2B5EF4-FFF2-40B4-BE49-F238E27FC236}">
                <a16:creationId xmlns:a16="http://schemas.microsoft.com/office/drawing/2014/main" id="{B8104CB3-F6F1-46CC-AF05-CD6AF1F7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270">
            <a:extLst xmlns:a="http://schemas.openxmlformats.org/drawingml/2006/main">
              <a:ext uri="{FF2B5EF4-FFF2-40B4-BE49-F238E27FC236}">
                <a16:creationId xmlns:a16="http://schemas.microsoft.com/office/drawing/2014/main" id="{8D65C41F-19AA-459D-89D1-28DE9EF5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271">
            <a:extLst xmlns:a="http://schemas.openxmlformats.org/drawingml/2006/main">
              <a:ext uri="{FF2B5EF4-FFF2-40B4-BE49-F238E27FC236}">
                <a16:creationId xmlns:a16="http://schemas.microsoft.com/office/drawing/2014/main" id="{FFF34E18-6CC8-46DB-8890-19952398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참고 공식 공지의 건수와 출처 카드를 표시한다.</a:t>
            </a:r>
          </a:p>
        </p:txBody>
      </p:sp>
      <p:sp>
        <p:nvSpPr>
          <p:cNvPr id="21" name="object-272">
            <a:extLst xmlns:a="http://schemas.openxmlformats.org/drawingml/2006/main">
              <a:ext uri="{FF2B5EF4-FFF2-40B4-BE49-F238E27FC236}">
                <a16:creationId xmlns:a16="http://schemas.microsoft.com/office/drawing/2014/main" id="{6FF031AA-124C-4249-8B60-B411916D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273">
            <a:extLst xmlns:a="http://schemas.openxmlformats.org/drawingml/2006/main">
              <a:ext uri="{FF2B5EF4-FFF2-40B4-BE49-F238E27FC236}">
                <a16:creationId xmlns:a16="http://schemas.microsoft.com/office/drawing/2014/main" id="{42CC7F88-A462-44C4-A350-A60ED17B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274">
            <a:extLst xmlns:a="http://schemas.openxmlformats.org/drawingml/2006/main">
              <a:ext uri="{FF2B5EF4-FFF2-40B4-BE49-F238E27FC236}">
                <a16:creationId xmlns:a16="http://schemas.microsoft.com/office/drawing/2014/main" id="{40F149D7-E424-4182-B84A-5E331242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카드에는 분류·제목·등록일·출처를 표시한다.</a:t>
            </a:r>
          </a:p>
        </p:txBody>
      </p:sp>
      <p:sp>
        <p:nvSpPr>
          <p:cNvPr id="24" name="object-275">
            <a:extLst xmlns:a="http://schemas.openxmlformats.org/drawingml/2006/main">
              <a:ext uri="{FF2B5EF4-FFF2-40B4-BE49-F238E27FC236}">
                <a16:creationId xmlns:a16="http://schemas.microsoft.com/office/drawing/2014/main" id="{9B0A9B2C-1018-4A8A-B7CB-71B789C6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276">
            <a:extLst xmlns:a="http://schemas.openxmlformats.org/drawingml/2006/main">
              <a:ext uri="{FF2B5EF4-FFF2-40B4-BE49-F238E27FC236}">
                <a16:creationId xmlns:a16="http://schemas.microsoft.com/office/drawing/2014/main" id="{0B895BCB-77B9-4041-A707-81C46A2E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277">
            <a:extLst xmlns:a="http://schemas.openxmlformats.org/drawingml/2006/main">
              <a:ext uri="{FF2B5EF4-FFF2-40B4-BE49-F238E27FC236}">
                <a16:creationId xmlns:a16="http://schemas.microsoft.com/office/drawing/2014/main" id="{DA435D79-B699-4957-99CD-C2565992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URL이 있을 때 원문 링크를 새 탭으로 연다. 아래 문구는 표시 예시이며 실제 답변이 아니다.</a:t>
            </a:r>
          </a:p>
        </p:txBody>
      </p:sp>
      <p:sp>
        <p:nvSpPr>
          <p:cNvPr id="27" name="object-278">
            <a:extLst xmlns:a="http://schemas.openxmlformats.org/drawingml/2006/main">
              <a:ext uri="{FF2B5EF4-FFF2-40B4-BE49-F238E27FC236}">
                <a16:creationId xmlns:a16="http://schemas.microsoft.com/office/drawing/2014/main" id="{9F4BE88D-1F2A-426C-B94E-FA5A9259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279">
            <a:extLst xmlns:a="http://schemas.openxmlformats.org/drawingml/2006/main">
              <a:ext uri="{FF2B5EF4-FFF2-40B4-BE49-F238E27FC236}">
                <a16:creationId xmlns:a16="http://schemas.microsoft.com/office/drawing/2014/main" id="{50923F88-FA0E-4C09-8759-2F9C2797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</a:t>
            </a:r>
          </a:p>
        </p:txBody>
      </p:sp>
      <p:sp>
        <p:nvSpPr>
          <p:cNvPr id="29" name="object-280">
            <a:extLst xmlns:a="http://schemas.openxmlformats.org/drawingml/2006/main">
              <a:ext uri="{FF2B5EF4-FFF2-40B4-BE49-F238E27FC236}">
                <a16:creationId xmlns:a16="http://schemas.microsoft.com/office/drawing/2014/main" id="{9375289F-CF7D-4231-9A1E-D1CEFA9F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FR-004, FR-005</a:t>
            </a:r>
          </a:p>
        </p:txBody>
      </p:sp>
      <p:sp>
        <p:nvSpPr>
          <p:cNvPr id="30" name="object-281">
            <a:extLst xmlns:a="http://schemas.openxmlformats.org/drawingml/2006/main">
              <a:ext uri="{FF2B5EF4-FFF2-40B4-BE49-F238E27FC236}">
                <a16:creationId xmlns:a16="http://schemas.microsoft.com/office/drawing/2014/main" id="{552EEFBE-75C6-4955-90D7-687F4BAD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282">
            <a:extLst xmlns:a="http://schemas.openxmlformats.org/drawingml/2006/main">
              <a:ext uri="{FF2B5EF4-FFF2-40B4-BE49-F238E27FC236}">
                <a16:creationId xmlns:a16="http://schemas.microsoft.com/office/drawing/2014/main" id="{38D5D960-5FF5-439F-9A82-B798F574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283">
            <a:extLst xmlns:a="http://schemas.openxmlformats.org/drawingml/2006/main">
              <a:ext uri="{FF2B5EF4-FFF2-40B4-BE49-F238E27FC236}">
                <a16:creationId xmlns:a16="http://schemas.microsoft.com/office/drawing/2014/main" id="{599F557F-9808-4F62-A6B7-A936B363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</a:t>
            </a:r>
          </a:p>
        </p:txBody>
      </p:sp>
      <p:sp>
        <p:nvSpPr>
          <p:cNvPr id="33" name="object-284">
            <a:extLst xmlns:a="http://schemas.openxmlformats.org/drawingml/2006/main">
              <a:ext uri="{FF2B5EF4-FFF2-40B4-BE49-F238E27FC236}">
                <a16:creationId xmlns:a16="http://schemas.microsoft.com/office/drawing/2014/main" id="{58E3BF2D-3CDF-4ED4-8B1D-9A8298EF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285">
            <a:extLst xmlns:a="http://schemas.openxmlformats.org/drawingml/2006/main">
              <a:ext uri="{FF2B5EF4-FFF2-40B4-BE49-F238E27FC236}">
                <a16:creationId xmlns:a16="http://schemas.microsoft.com/office/drawing/2014/main" id="{5B594A39-A716-499B-BD48-CD0BA390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286">
            <a:extLst xmlns:a="http://schemas.openxmlformats.org/drawingml/2006/main">
              <a:ext uri="{FF2B5EF4-FFF2-40B4-BE49-F238E27FC236}">
                <a16:creationId xmlns:a16="http://schemas.microsoft.com/office/drawing/2014/main" id="{48F9BFC8-880E-4490-BD6D-E3135A0A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287">
            <a:extLst xmlns:a="http://schemas.openxmlformats.org/drawingml/2006/main">
              <a:ext uri="{FF2B5EF4-FFF2-40B4-BE49-F238E27FC236}">
                <a16:creationId xmlns:a16="http://schemas.microsoft.com/office/drawing/2014/main" id="{E4DB04BA-6660-4B32-92AE-12FEF741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288">
            <a:extLst xmlns:a="http://schemas.openxmlformats.org/drawingml/2006/main">
              <a:ext uri="{FF2B5EF4-FFF2-40B4-BE49-F238E27FC236}">
                <a16:creationId xmlns:a16="http://schemas.microsoft.com/office/drawing/2014/main" id="{7516F036-1D53-48B8-93EF-175D0537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289">
            <a:extLst xmlns:a="http://schemas.openxmlformats.org/drawingml/2006/main">
              <a:ext uri="{FF2B5EF4-FFF2-40B4-BE49-F238E27FC236}">
                <a16:creationId xmlns:a16="http://schemas.microsoft.com/office/drawing/2014/main" id="{816B6F2E-DCE4-49F9-8E58-F8593B3F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290">
            <a:extLst xmlns:a="http://schemas.openxmlformats.org/drawingml/2006/main">
              <a:ext uri="{FF2B5EF4-FFF2-40B4-BE49-F238E27FC236}">
                <a16:creationId xmlns:a16="http://schemas.microsoft.com/office/drawing/2014/main" id="{7A0E420F-409B-4502-A820-5BBA2609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766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object-291">
            <a:extLst xmlns:a="http://schemas.openxmlformats.org/drawingml/2006/main">
              <a:ext uri="{FF2B5EF4-FFF2-40B4-BE49-F238E27FC236}">
                <a16:creationId xmlns:a16="http://schemas.microsoft.com/office/drawing/2014/main" id="{B1B4C9C8-B7ED-47C0-B87D-88A3F7A0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57375"/>
            <a:ext cx="74961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신청 기간과 지원 조건은 해당 공식 공지를 확인해 주세요.</a:t>
            </a:r>
          </a:p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이 답변은 화면 표시 예시입니다.</a:t>
            </a:r>
          </a:p>
        </p:txBody>
      </p:sp>
      <p:sp>
        <p:nvSpPr>
          <p:cNvPr id="41" name="object-292">
            <a:extLst xmlns:a="http://schemas.openxmlformats.org/drawingml/2006/main">
              <a:ext uri="{FF2B5EF4-FFF2-40B4-BE49-F238E27FC236}">
                <a16:creationId xmlns:a16="http://schemas.microsoft.com/office/drawing/2014/main" id="{0509DF84-4395-429A-920A-86A3D5A2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19425"/>
            <a:ext cx="7648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참고 공식 공지 (1건)</a:t>
            </a:r>
          </a:p>
        </p:txBody>
      </p:sp>
      <p:sp>
        <p:nvSpPr>
          <p:cNvPr id="42" name="object-293">
            <a:extLst xmlns:a="http://schemas.openxmlformats.org/drawingml/2006/main">
              <a:ext uri="{FF2B5EF4-FFF2-40B4-BE49-F238E27FC236}">
                <a16:creationId xmlns:a16="http://schemas.microsoft.com/office/drawing/2014/main" id="{3EEE2263-C14C-44BF-AF0B-A1C3B6BE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7667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3" name="object-294">
            <a:extLst xmlns:a="http://schemas.openxmlformats.org/drawingml/2006/main">
              <a:ext uri="{FF2B5EF4-FFF2-40B4-BE49-F238E27FC236}">
                <a16:creationId xmlns:a16="http://schemas.microsoft.com/office/drawing/2014/main" id="{4E9CA020-9E84-4C56-960F-E7368050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747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장학  /  공식 공지</a:t>
            </a:r>
          </a:p>
        </p:txBody>
      </p:sp>
      <p:sp>
        <p:nvSpPr>
          <p:cNvPr id="44" name="object-295">
            <a:extLst xmlns:a="http://schemas.openxmlformats.org/drawingml/2006/main">
              <a:ext uri="{FF2B5EF4-FFF2-40B4-BE49-F238E27FC236}">
                <a16:creationId xmlns:a16="http://schemas.microsoft.com/office/drawing/2014/main" id="{0D0D0C5F-3CB7-494C-A94E-C4FFA359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747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장학금 신청 안내  [표시 예시]</a:t>
            </a:r>
          </a:p>
        </p:txBody>
      </p:sp>
      <p:sp>
        <p:nvSpPr>
          <p:cNvPr id="45" name="object-296">
            <a:extLst xmlns:a="http://schemas.openxmlformats.org/drawingml/2006/main">
              <a:ext uri="{FF2B5EF4-FFF2-40B4-BE49-F238E27FC236}">
                <a16:creationId xmlns:a16="http://schemas.microsoft.com/office/drawing/2014/main" id="{1ACDFC7E-1255-44D4-87CA-A80EFEA2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7477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등록일 YYYY-MM-DD  /  한성대학교</a:t>
            </a:r>
          </a:p>
        </p:txBody>
      </p:sp>
      <p:sp>
        <p:nvSpPr>
          <p:cNvPr id="46" name="object-297">
            <a:extLst xmlns:a="http://schemas.openxmlformats.org/drawingml/2006/main">
              <a:ext uri="{FF2B5EF4-FFF2-40B4-BE49-F238E27FC236}">
                <a16:creationId xmlns:a16="http://schemas.microsoft.com/office/drawing/2014/main" id="{4A2B29C7-BF0C-4216-A32B-1FD41605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747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공지 원문 바로가기</a:t>
            </a:r>
          </a:p>
        </p:txBody>
      </p:sp>
      <p:sp>
        <p:nvSpPr>
          <p:cNvPr id="47" name="object-298">
            <a:extLst xmlns:a="http://schemas.openxmlformats.org/drawingml/2006/main">
              <a:ext uri="{FF2B5EF4-FFF2-40B4-BE49-F238E27FC236}">
                <a16:creationId xmlns:a16="http://schemas.microsoft.com/office/drawing/2014/main" id="{549390E0-F7AA-40A9-8C5F-A0D5EBB1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bject-299">
            <a:extLst xmlns:a="http://schemas.openxmlformats.org/drawingml/2006/main">
              <a:ext uri="{FF2B5EF4-FFF2-40B4-BE49-F238E27FC236}">
                <a16:creationId xmlns:a16="http://schemas.microsoft.com/office/drawing/2014/main" id="{661C1B55-83E3-4F7B-B281-C017AC63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9" name="object-300">
            <a:extLst xmlns:a="http://schemas.openxmlformats.org/drawingml/2006/main">
              <a:ext uri="{FF2B5EF4-FFF2-40B4-BE49-F238E27FC236}">
                <a16:creationId xmlns:a16="http://schemas.microsoft.com/office/drawing/2014/main" id="{DA811F85-2DB7-4780-9EF2-DABDFE7E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object-301">
            <a:extLst xmlns:a="http://schemas.openxmlformats.org/drawingml/2006/main">
              <a:ext uri="{FF2B5EF4-FFF2-40B4-BE49-F238E27FC236}">
                <a16:creationId xmlns:a16="http://schemas.microsoft.com/office/drawing/2014/main" id="{57C27850-3F32-4E12-8169-0559E7CE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1" name="object-302">
            <a:extLst xmlns:a="http://schemas.openxmlformats.org/drawingml/2006/main">
              <a:ext uri="{FF2B5EF4-FFF2-40B4-BE49-F238E27FC236}">
                <a16:creationId xmlns:a16="http://schemas.microsoft.com/office/drawing/2014/main" id="{E30C2234-0BD5-441C-8E1F-20807764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object-303">
            <a:extLst xmlns:a="http://schemas.openxmlformats.org/drawingml/2006/main">
              <a:ext uri="{FF2B5EF4-FFF2-40B4-BE49-F238E27FC236}">
                <a16:creationId xmlns:a16="http://schemas.microsoft.com/office/drawing/2014/main" id="{10A03FC4-D771-4B65-A49B-9887D163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3" name="object-304">
            <a:extLst xmlns:a="http://schemas.openxmlformats.org/drawingml/2006/main">
              <a:ext uri="{FF2B5EF4-FFF2-40B4-BE49-F238E27FC236}">
                <a16:creationId xmlns:a16="http://schemas.microsoft.com/office/drawing/2014/main" id="{267857DC-6335-4A84-AF30-2BACF15E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object-305">
            <a:extLst xmlns:a="http://schemas.openxmlformats.org/drawingml/2006/main">
              <a:ext uri="{FF2B5EF4-FFF2-40B4-BE49-F238E27FC236}">
                <a16:creationId xmlns:a16="http://schemas.microsoft.com/office/drawing/2014/main" id="{61AC4A18-2247-4896-BDBA-A2C650F7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584596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object-306">
            <a:extLst xmlns:a="http://schemas.openxmlformats.org/drawingml/2006/main">
              <a:ext uri="{FF2B5EF4-FFF2-40B4-BE49-F238E27FC236}">
                <a16:creationId xmlns:a16="http://schemas.microsoft.com/office/drawing/2014/main" id="{16F6A0FE-7513-49AD-B997-FA3BFCEC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307">
            <a:extLst xmlns:a="http://schemas.openxmlformats.org/drawingml/2006/main">
              <a:ext uri="{FF2B5EF4-FFF2-40B4-BE49-F238E27FC236}">
                <a16:creationId xmlns:a16="http://schemas.microsoft.com/office/drawing/2014/main" id="{23558EAE-5AFA-4A7F-BFF5-B3799679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308">
            <a:extLst xmlns:a="http://schemas.openxmlformats.org/drawingml/2006/main">
              <a:ext uri="{FF2B5EF4-FFF2-40B4-BE49-F238E27FC236}">
                <a16:creationId xmlns:a16="http://schemas.microsoft.com/office/drawing/2014/main" id="{69551423-D3D3-4A04-B77C-1658B7B7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309">
            <a:extLst xmlns:a="http://schemas.openxmlformats.org/drawingml/2006/main">
              <a:ext uri="{FF2B5EF4-FFF2-40B4-BE49-F238E27FC236}">
                <a16:creationId xmlns:a16="http://schemas.microsoft.com/office/drawing/2014/main" id="{B1ED4C36-6316-4B9F-92F4-385FF2E9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310">
            <a:extLst xmlns:a="http://schemas.openxmlformats.org/drawingml/2006/main">
              <a:ext uri="{FF2B5EF4-FFF2-40B4-BE49-F238E27FC236}">
                <a16:creationId xmlns:a16="http://schemas.microsoft.com/office/drawing/2014/main" id="{2122B271-E700-4BF2-AD3C-63762BB3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근거 없음</a:t>
            </a:r>
          </a:p>
        </p:txBody>
      </p:sp>
      <p:sp>
        <p:nvSpPr>
          <p:cNvPr id="6" name="object-311">
            <a:extLst xmlns:a="http://schemas.openxmlformats.org/drawingml/2006/main">
              <a:ext uri="{FF2B5EF4-FFF2-40B4-BE49-F238E27FC236}">
                <a16:creationId xmlns:a16="http://schemas.microsoft.com/office/drawing/2014/main" id="{24799F88-674C-4A92-B1E6-DBA66272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312">
            <a:extLst xmlns:a="http://schemas.openxmlformats.org/drawingml/2006/main">
              <a:ext uri="{FF2B5EF4-FFF2-40B4-BE49-F238E27FC236}">
                <a16:creationId xmlns:a16="http://schemas.microsoft.com/office/drawing/2014/main" id="{7D176307-B3C4-4CF6-8DEC-44A163F7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</a:t>
            </a:r>
          </a:p>
        </p:txBody>
      </p:sp>
      <p:sp>
        <p:nvSpPr>
          <p:cNvPr id="8" name="object-313">
            <a:extLst xmlns:a="http://schemas.openxmlformats.org/drawingml/2006/main">
              <a:ext uri="{FF2B5EF4-FFF2-40B4-BE49-F238E27FC236}">
                <a16:creationId xmlns:a16="http://schemas.microsoft.com/office/drawing/2014/main" id="{E3B7643D-9E79-415E-B012-31B8B1E9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314">
            <a:extLst xmlns:a="http://schemas.openxmlformats.org/drawingml/2006/main">
              <a:ext uri="{FF2B5EF4-FFF2-40B4-BE49-F238E27FC236}">
                <a16:creationId xmlns:a16="http://schemas.microsoft.com/office/drawing/2014/main" id="{ADD8FE74-F7C1-478E-A658-FCFD049D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UI-005</a:t>
            </a:r>
          </a:p>
        </p:txBody>
      </p:sp>
      <p:sp>
        <p:nvSpPr>
          <p:cNvPr id="10" name="object-315">
            <a:extLst xmlns:a="http://schemas.openxmlformats.org/drawingml/2006/main">
              <a:ext uri="{FF2B5EF4-FFF2-40B4-BE49-F238E27FC236}">
                <a16:creationId xmlns:a16="http://schemas.microsoft.com/office/drawing/2014/main" id="{10910A21-7F7D-4216-B698-DF1E9A45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10    2026-10-18    v1.0</a:t>
            </a:r>
          </a:p>
        </p:txBody>
      </p:sp>
      <p:sp>
        <p:nvSpPr>
          <p:cNvPr id="11" name="object-316">
            <a:extLst xmlns:a="http://schemas.openxmlformats.org/drawingml/2006/main">
              <a:ext uri="{FF2B5EF4-FFF2-40B4-BE49-F238E27FC236}">
                <a16:creationId xmlns:a16="http://schemas.microsoft.com/office/drawing/2014/main" id="{405416B6-0CF3-432F-8D3A-B87CD77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CampusRAG</a:t>
            </a:r>
          </a:p>
        </p:txBody>
      </p:sp>
      <p:sp>
        <p:nvSpPr>
          <p:cNvPr id="12" name="object-317">
            <a:extLst xmlns:a="http://schemas.openxmlformats.org/drawingml/2006/main">
              <a:ext uri="{FF2B5EF4-FFF2-40B4-BE49-F238E27FC236}">
                <a16:creationId xmlns:a16="http://schemas.microsoft.com/office/drawing/2014/main" id="{02084632-FE96-4D75-B2FA-0FE4881A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13" name="object-318">
            <a:extLst xmlns:a="http://schemas.openxmlformats.org/drawingml/2006/main">
              <a:ext uri="{FF2B5EF4-FFF2-40B4-BE49-F238E27FC236}">
                <a16:creationId xmlns:a16="http://schemas.microsoft.com/office/drawing/2014/main" id="{40D1E7C3-AB70-4A92-AAAC-B47D24E0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319">
            <a:extLst xmlns:a="http://schemas.openxmlformats.org/drawingml/2006/main">
              <a:ext uri="{FF2B5EF4-FFF2-40B4-BE49-F238E27FC236}">
                <a16:creationId xmlns:a16="http://schemas.microsoft.com/office/drawing/2014/main" id="{37E8BDDE-521C-4088-9B64-41D9211D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320">
            <a:extLst xmlns:a="http://schemas.openxmlformats.org/drawingml/2006/main">
              <a:ext uri="{FF2B5EF4-FFF2-40B4-BE49-F238E27FC236}">
                <a16:creationId xmlns:a16="http://schemas.microsoft.com/office/drawing/2014/main" id="{349A74C4-E035-47C2-A9E9-662E6316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321">
            <a:extLst xmlns:a="http://schemas.openxmlformats.org/drawingml/2006/main">
              <a:ext uri="{FF2B5EF4-FFF2-40B4-BE49-F238E27FC236}">
                <a16:creationId xmlns:a16="http://schemas.microsoft.com/office/drawing/2014/main" id="{30692802-2DD8-4B16-A49A-2C3C188B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322">
            <a:extLst xmlns:a="http://schemas.openxmlformats.org/drawingml/2006/main">
              <a:ext uri="{FF2B5EF4-FFF2-40B4-BE49-F238E27FC236}">
                <a16:creationId xmlns:a16="http://schemas.microsoft.com/office/drawing/2014/main" id="{DCCE7D8E-A3E0-41D3-8698-C9F13FAF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관련 근거가 없으면 no_context 안내를 보여준다.</a:t>
            </a:r>
          </a:p>
        </p:txBody>
      </p:sp>
      <p:sp>
        <p:nvSpPr>
          <p:cNvPr id="18" name="object-323">
            <a:extLst xmlns:a="http://schemas.openxmlformats.org/drawingml/2006/main">
              <a:ext uri="{FF2B5EF4-FFF2-40B4-BE49-F238E27FC236}">
                <a16:creationId xmlns:a16="http://schemas.microsoft.com/office/drawing/2014/main" id="{8E8275F0-E818-4FB2-B4F2-ED9EF3F9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324">
            <a:extLst xmlns:a="http://schemas.openxmlformats.org/drawingml/2006/main">
              <a:ext uri="{FF2B5EF4-FFF2-40B4-BE49-F238E27FC236}">
                <a16:creationId xmlns:a16="http://schemas.microsoft.com/office/drawing/2014/main" id="{459AC773-FD85-4FB4-9C58-86B7DBE4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325">
            <a:extLst xmlns:a="http://schemas.openxmlformats.org/drawingml/2006/main">
              <a:ext uri="{FF2B5EF4-FFF2-40B4-BE49-F238E27FC236}">
                <a16:creationId xmlns:a16="http://schemas.microsoft.com/office/drawing/2014/main" id="{FE98A36D-581B-4BF2-8F25-36769CFA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미확보 사실을 만들어 상세 답변하지 않는다.</a:t>
            </a:r>
          </a:p>
        </p:txBody>
      </p:sp>
      <p:sp>
        <p:nvSpPr>
          <p:cNvPr id="21" name="object-326">
            <a:extLst xmlns:a="http://schemas.openxmlformats.org/drawingml/2006/main">
              <a:ext uri="{FF2B5EF4-FFF2-40B4-BE49-F238E27FC236}">
                <a16:creationId xmlns:a16="http://schemas.microsoft.com/office/drawing/2014/main" id="{B402E808-4587-4EE7-9472-FF164082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327">
            <a:extLst xmlns:a="http://schemas.openxmlformats.org/drawingml/2006/main">
              <a:ext uri="{FF2B5EF4-FFF2-40B4-BE49-F238E27FC236}">
                <a16:creationId xmlns:a16="http://schemas.microsoft.com/office/drawing/2014/main" id="{B79E3494-145A-4974-8E5E-7A371BE7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328">
            <a:extLst xmlns:a="http://schemas.openxmlformats.org/drawingml/2006/main">
              <a:ext uri="{FF2B5EF4-FFF2-40B4-BE49-F238E27FC236}">
                <a16:creationId xmlns:a16="http://schemas.microsoft.com/office/drawing/2014/main" id="{3400AE3C-692A-471E-95A8-B2A65F6F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응답 sources가 비어 있으면 출처 영역을 만들지 않는다.</a:t>
            </a:r>
          </a:p>
        </p:txBody>
      </p:sp>
      <p:sp>
        <p:nvSpPr>
          <p:cNvPr id="24" name="object-329">
            <a:extLst xmlns:a="http://schemas.openxmlformats.org/drawingml/2006/main">
              <a:ext uri="{FF2B5EF4-FFF2-40B4-BE49-F238E27FC236}">
                <a16:creationId xmlns:a16="http://schemas.microsoft.com/office/drawing/2014/main" id="{B22ECCF6-24E1-4B7A-BA60-4C37D587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330">
            <a:extLst xmlns:a="http://schemas.openxmlformats.org/drawingml/2006/main">
              <a:ext uri="{FF2B5EF4-FFF2-40B4-BE49-F238E27FC236}">
                <a16:creationId xmlns:a16="http://schemas.microsoft.com/office/drawing/2014/main" id="{53DDF7B6-B298-4A1C-BE2E-AA418F14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331">
            <a:extLst xmlns:a="http://schemas.openxmlformats.org/drawingml/2006/main">
              <a:ext uri="{FF2B5EF4-FFF2-40B4-BE49-F238E27FC236}">
                <a16:creationId xmlns:a16="http://schemas.microsoft.com/office/drawing/2014/main" id="{6D778199-A612-4023-86B8-CF7188A1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새 질문에서 주제·연도·학기를 구체적으로 입력한다. 전용 재시도 버튼은 없다.</a:t>
            </a:r>
          </a:p>
        </p:txBody>
      </p:sp>
      <p:sp>
        <p:nvSpPr>
          <p:cNvPr id="27" name="object-332">
            <a:extLst xmlns:a="http://schemas.openxmlformats.org/drawingml/2006/main">
              <a:ext uri="{FF2B5EF4-FFF2-40B4-BE49-F238E27FC236}">
                <a16:creationId xmlns:a16="http://schemas.microsoft.com/office/drawing/2014/main" id="{DB26EDB8-FAB9-4ED1-BA28-80E6AACB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333">
            <a:extLst xmlns:a="http://schemas.openxmlformats.org/drawingml/2006/main">
              <a:ext uri="{FF2B5EF4-FFF2-40B4-BE49-F238E27FC236}">
                <a16:creationId xmlns:a16="http://schemas.microsoft.com/office/drawing/2014/main" id="{91EF607C-2349-4017-A5CC-E8CA55C8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</a:t>
            </a:r>
          </a:p>
        </p:txBody>
      </p:sp>
      <p:sp>
        <p:nvSpPr>
          <p:cNvPr id="29" name="object-334">
            <a:extLst xmlns:a="http://schemas.openxmlformats.org/drawingml/2006/main">
              <a:ext uri="{FF2B5EF4-FFF2-40B4-BE49-F238E27FC236}">
                <a16:creationId xmlns:a16="http://schemas.microsoft.com/office/drawing/2014/main" id="{F43EB284-B7FA-400D-8B2E-BC47AEB0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FR-006</a:t>
            </a:r>
          </a:p>
        </p:txBody>
      </p:sp>
      <p:sp>
        <p:nvSpPr>
          <p:cNvPr id="30" name="object-335">
            <a:extLst xmlns:a="http://schemas.openxmlformats.org/drawingml/2006/main">
              <a:ext uri="{FF2B5EF4-FFF2-40B4-BE49-F238E27FC236}">
                <a16:creationId xmlns:a16="http://schemas.microsoft.com/office/drawing/2014/main" id="{F284580A-0B52-435A-BFB1-2BC18852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336">
            <a:extLst xmlns:a="http://schemas.openxmlformats.org/drawingml/2006/main">
              <a:ext uri="{FF2B5EF4-FFF2-40B4-BE49-F238E27FC236}">
                <a16:creationId xmlns:a16="http://schemas.microsoft.com/office/drawing/2014/main" id="{CE035C5D-B68A-48E4-AB94-7CAEB58F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337">
            <a:extLst xmlns:a="http://schemas.openxmlformats.org/drawingml/2006/main">
              <a:ext uri="{FF2B5EF4-FFF2-40B4-BE49-F238E27FC236}">
                <a16:creationId xmlns:a16="http://schemas.microsoft.com/office/drawing/2014/main" id="{1AD6C911-FB66-4062-AFBC-EB1283E8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</a:t>
            </a:r>
          </a:p>
        </p:txBody>
      </p:sp>
      <p:sp>
        <p:nvSpPr>
          <p:cNvPr id="33" name="object-338">
            <a:extLst xmlns:a="http://schemas.openxmlformats.org/drawingml/2006/main">
              <a:ext uri="{FF2B5EF4-FFF2-40B4-BE49-F238E27FC236}">
                <a16:creationId xmlns:a16="http://schemas.microsoft.com/office/drawing/2014/main" id="{0ADEEB2F-6E3F-4FD5-BEE3-DF753B3F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339">
            <a:extLst xmlns:a="http://schemas.openxmlformats.org/drawingml/2006/main">
              <a:ext uri="{FF2B5EF4-FFF2-40B4-BE49-F238E27FC236}">
                <a16:creationId xmlns:a16="http://schemas.microsoft.com/office/drawing/2014/main" id="{B78F4799-2A1D-4FB9-A965-6A4A323F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340">
            <a:extLst xmlns:a="http://schemas.openxmlformats.org/drawingml/2006/main">
              <a:ext uri="{FF2B5EF4-FFF2-40B4-BE49-F238E27FC236}">
                <a16:creationId xmlns:a16="http://schemas.microsoft.com/office/drawing/2014/main" id="{777BC844-0FDC-4C0C-9614-332A5C14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341">
            <a:extLst xmlns:a="http://schemas.openxmlformats.org/drawingml/2006/main">
              <a:ext uri="{FF2B5EF4-FFF2-40B4-BE49-F238E27FC236}">
                <a16:creationId xmlns:a16="http://schemas.microsoft.com/office/drawing/2014/main" id="{3CBAB1EC-E337-45AB-9C1D-D070E978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342">
            <a:extLst xmlns:a="http://schemas.openxmlformats.org/drawingml/2006/main">
              <a:ext uri="{FF2B5EF4-FFF2-40B4-BE49-F238E27FC236}">
                <a16:creationId xmlns:a16="http://schemas.microsoft.com/office/drawing/2014/main" id="{F35A2ABB-6A94-4C9F-8928-86FC4D32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343">
            <a:extLst xmlns:a="http://schemas.openxmlformats.org/drawingml/2006/main">
              <a:ext uri="{FF2B5EF4-FFF2-40B4-BE49-F238E27FC236}">
                <a16:creationId xmlns:a16="http://schemas.microsoft.com/office/drawing/2014/main" id="{3F7483AB-C649-410C-9179-11DCB8EC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344">
            <a:extLst xmlns:a="http://schemas.openxmlformats.org/drawingml/2006/main">
              <a:ext uri="{FF2B5EF4-FFF2-40B4-BE49-F238E27FC236}">
                <a16:creationId xmlns:a16="http://schemas.microsoft.com/office/drawing/2014/main" id="{67B375FA-B3C8-4F55-BDB7-CBEDC17D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66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object-345">
            <a:extLst xmlns:a="http://schemas.openxmlformats.org/drawingml/2006/main">
              <a:ext uri="{FF2B5EF4-FFF2-40B4-BE49-F238E27FC236}">
                <a16:creationId xmlns:a16="http://schemas.microsoft.com/office/drawing/2014/main" id="{C73B9435-76F0-4E1E-B43D-6E67168C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66925"/>
            <a:ext cx="74961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관련 공지를 찾지 못했습니다.</a:t>
            </a:r>
          </a:p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장학명이나 연도·학기를 포함해 다시 질문해 주세요.</a:t>
            </a:r>
          </a:p>
        </p:txBody>
      </p:sp>
      <p:sp>
        <p:nvSpPr>
          <p:cNvPr id="41" name="object-346">
            <a:extLst xmlns:a="http://schemas.openxmlformats.org/drawingml/2006/main">
              <a:ext uri="{FF2B5EF4-FFF2-40B4-BE49-F238E27FC236}">
                <a16:creationId xmlns:a16="http://schemas.microsoft.com/office/drawing/2014/main" id="{3C51E262-3E64-4606-98B3-302CE104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object-347">
            <a:extLst xmlns:a="http://schemas.openxmlformats.org/drawingml/2006/main">
              <a:ext uri="{FF2B5EF4-FFF2-40B4-BE49-F238E27FC236}">
                <a16:creationId xmlns:a16="http://schemas.microsoft.com/office/drawing/2014/main" id="{49DBCD74-BA4E-4C97-AEA7-958D206E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3" name="object-348">
            <a:extLst xmlns:a="http://schemas.openxmlformats.org/drawingml/2006/main">
              <a:ext uri="{FF2B5EF4-FFF2-40B4-BE49-F238E27FC236}">
                <a16:creationId xmlns:a16="http://schemas.microsoft.com/office/drawing/2014/main" id="{429036F6-067B-4CDD-B31F-49E0CE18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object-349">
            <a:extLst xmlns:a="http://schemas.openxmlformats.org/drawingml/2006/main">
              <a:ext uri="{FF2B5EF4-FFF2-40B4-BE49-F238E27FC236}">
                <a16:creationId xmlns:a16="http://schemas.microsoft.com/office/drawing/2014/main" id="{9B7D7CE6-460D-4824-892E-6F96AF32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5" name="object-350">
            <a:extLst xmlns:a="http://schemas.openxmlformats.org/drawingml/2006/main">
              <a:ext uri="{FF2B5EF4-FFF2-40B4-BE49-F238E27FC236}">
                <a16:creationId xmlns:a16="http://schemas.microsoft.com/office/drawing/2014/main" id="{ABEEC867-B85E-4471-9BDC-E4F70D79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object-351">
            <a:extLst xmlns:a="http://schemas.openxmlformats.org/drawingml/2006/main">
              <a:ext uri="{FF2B5EF4-FFF2-40B4-BE49-F238E27FC236}">
                <a16:creationId xmlns:a16="http://schemas.microsoft.com/office/drawing/2014/main" id="{53D5A36F-21A3-4799-B803-66F46EC3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7" name="object-352">
            <a:extLst xmlns:a="http://schemas.openxmlformats.org/drawingml/2006/main">
              <a:ext uri="{FF2B5EF4-FFF2-40B4-BE49-F238E27FC236}">
                <a16:creationId xmlns:a16="http://schemas.microsoft.com/office/drawing/2014/main" id="{85ADEA63-90EA-4C50-B3BA-85144DF0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bject-353">
            <a:extLst xmlns:a="http://schemas.openxmlformats.org/drawingml/2006/main">
              <a:ext uri="{FF2B5EF4-FFF2-40B4-BE49-F238E27FC236}">
                <a16:creationId xmlns:a16="http://schemas.microsoft.com/office/drawing/2014/main" id="{1F72F1CC-EADD-442C-A772-6DCD1CB4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507027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object-354">
            <a:extLst xmlns:a="http://schemas.openxmlformats.org/drawingml/2006/main">
              <a:ext uri="{FF2B5EF4-FFF2-40B4-BE49-F238E27FC236}">
                <a16:creationId xmlns:a16="http://schemas.microsoft.com/office/drawing/2014/main" id="{E34B9CC3-7CD7-425B-B987-6C05648E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355">
            <a:extLst xmlns:a="http://schemas.openxmlformats.org/drawingml/2006/main">
              <a:ext uri="{FF2B5EF4-FFF2-40B4-BE49-F238E27FC236}">
                <a16:creationId xmlns:a16="http://schemas.microsoft.com/office/drawing/2014/main" id="{E7900496-9C68-40FA-BE88-B9293A50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356">
            <a:extLst xmlns:a="http://schemas.openxmlformats.org/drawingml/2006/main">
              <a:ext uri="{FF2B5EF4-FFF2-40B4-BE49-F238E27FC236}">
                <a16:creationId xmlns:a16="http://schemas.microsoft.com/office/drawing/2014/main" id="{7B2F868A-ADED-430C-B8F3-FA3DEDED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357">
            <a:extLst xmlns:a="http://schemas.openxmlformats.org/drawingml/2006/main">
              <a:ext uri="{FF2B5EF4-FFF2-40B4-BE49-F238E27FC236}">
                <a16:creationId xmlns:a16="http://schemas.microsoft.com/office/drawing/2014/main" id="{36B6DF31-5B70-4DD6-A91D-BF9E8C5A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358">
            <a:extLst xmlns:a="http://schemas.openxmlformats.org/drawingml/2006/main">
              <a:ext uri="{FF2B5EF4-FFF2-40B4-BE49-F238E27FC236}">
                <a16:creationId xmlns:a16="http://schemas.microsoft.com/office/drawing/2014/main" id="{A44FC95B-F132-4668-BDEC-53267049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제목만 있는 공지</a:t>
            </a:r>
          </a:p>
        </p:txBody>
      </p:sp>
      <p:sp>
        <p:nvSpPr>
          <p:cNvPr id="6" name="object-359">
            <a:extLst xmlns:a="http://schemas.openxmlformats.org/drawingml/2006/main">
              <a:ext uri="{FF2B5EF4-FFF2-40B4-BE49-F238E27FC236}">
                <a16:creationId xmlns:a16="http://schemas.microsoft.com/office/drawing/2014/main" id="{4B2E9660-AD88-4FD0-A482-E0F7623C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360">
            <a:extLst xmlns:a="http://schemas.openxmlformats.org/drawingml/2006/main">
              <a:ext uri="{FF2B5EF4-FFF2-40B4-BE49-F238E27FC236}">
                <a16:creationId xmlns:a16="http://schemas.microsoft.com/office/drawing/2014/main" id="{3AB15D04-3E55-48EC-A2CE-7BCAC0C9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</a:t>
            </a:r>
          </a:p>
        </p:txBody>
      </p:sp>
      <p:sp>
        <p:nvSpPr>
          <p:cNvPr id="8" name="object-361">
            <a:extLst xmlns:a="http://schemas.openxmlformats.org/drawingml/2006/main">
              <a:ext uri="{FF2B5EF4-FFF2-40B4-BE49-F238E27FC236}">
                <a16:creationId xmlns:a16="http://schemas.microsoft.com/office/drawing/2014/main" id="{E2FC8A54-1D7F-475A-BEA9-E548A348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362">
            <a:extLst xmlns:a="http://schemas.openxmlformats.org/drawingml/2006/main">
              <a:ext uri="{FF2B5EF4-FFF2-40B4-BE49-F238E27FC236}">
                <a16:creationId xmlns:a16="http://schemas.microsoft.com/office/drawing/2014/main" id="{495B04F1-2B67-4BFC-8EA6-702DA2C9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UI-006</a:t>
            </a:r>
          </a:p>
        </p:txBody>
      </p:sp>
      <p:sp>
        <p:nvSpPr>
          <p:cNvPr id="10" name="object-363">
            <a:extLst xmlns:a="http://schemas.openxmlformats.org/drawingml/2006/main">
              <a:ext uri="{FF2B5EF4-FFF2-40B4-BE49-F238E27FC236}">
                <a16:creationId xmlns:a16="http://schemas.microsoft.com/office/drawing/2014/main" id="{F7063FC9-3092-43B8-8218-965E9CC1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11    2026-10-18    v1.0</a:t>
            </a:r>
          </a:p>
        </p:txBody>
      </p:sp>
      <p:sp>
        <p:nvSpPr>
          <p:cNvPr id="11" name="object-364">
            <a:extLst xmlns:a="http://schemas.openxmlformats.org/drawingml/2006/main">
              <a:ext uri="{FF2B5EF4-FFF2-40B4-BE49-F238E27FC236}">
                <a16:creationId xmlns:a16="http://schemas.microsoft.com/office/drawing/2014/main" id="{E9983952-1F0A-4124-9FC8-CEA8FDC8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CampusRAG</a:t>
            </a:r>
          </a:p>
        </p:txBody>
      </p:sp>
      <p:sp>
        <p:nvSpPr>
          <p:cNvPr id="12" name="object-365">
            <a:extLst xmlns:a="http://schemas.openxmlformats.org/drawingml/2006/main">
              <a:ext uri="{FF2B5EF4-FFF2-40B4-BE49-F238E27FC236}">
                <a16:creationId xmlns:a16="http://schemas.microsoft.com/office/drawing/2014/main" id="{71D7C213-DEF2-40A2-AEC7-2543868E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13" name="object-366">
            <a:extLst xmlns:a="http://schemas.openxmlformats.org/drawingml/2006/main">
              <a:ext uri="{FF2B5EF4-FFF2-40B4-BE49-F238E27FC236}">
                <a16:creationId xmlns:a16="http://schemas.microsoft.com/office/drawing/2014/main" id="{9B7E366C-A79A-4D1F-8CEE-65BB5C3E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367">
            <a:extLst xmlns:a="http://schemas.openxmlformats.org/drawingml/2006/main">
              <a:ext uri="{FF2B5EF4-FFF2-40B4-BE49-F238E27FC236}">
                <a16:creationId xmlns:a16="http://schemas.microsoft.com/office/drawing/2014/main" id="{917445EB-CA45-43BD-B472-2EDE95C8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368">
            <a:extLst xmlns:a="http://schemas.openxmlformats.org/drawingml/2006/main">
              <a:ext uri="{FF2B5EF4-FFF2-40B4-BE49-F238E27FC236}">
                <a16:creationId xmlns:a16="http://schemas.microsoft.com/office/drawing/2014/main" id="{AB8B5C04-AAB7-4046-BE99-D5789220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369">
            <a:extLst xmlns:a="http://schemas.openxmlformats.org/drawingml/2006/main">
              <a:ext uri="{FF2B5EF4-FFF2-40B4-BE49-F238E27FC236}">
                <a16:creationId xmlns:a16="http://schemas.microsoft.com/office/drawing/2014/main" id="{46E067BF-B855-431D-AA78-81BE288C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370">
            <a:extLst xmlns:a="http://schemas.openxmlformats.org/drawingml/2006/main">
              <a:ext uri="{FF2B5EF4-FFF2-40B4-BE49-F238E27FC236}">
                <a16:creationId xmlns:a16="http://schemas.microsoft.com/office/drawing/2014/main" id="{2C0BDCF2-62B4-4375-B2F4-ED236281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title_only_notice이면 상세 내용의 생성을 유보한다.</a:t>
            </a:r>
          </a:p>
        </p:txBody>
      </p:sp>
      <p:sp>
        <p:nvSpPr>
          <p:cNvPr id="18" name="object-371">
            <a:extLst xmlns:a="http://schemas.openxmlformats.org/drawingml/2006/main">
              <a:ext uri="{FF2B5EF4-FFF2-40B4-BE49-F238E27FC236}">
                <a16:creationId xmlns:a16="http://schemas.microsoft.com/office/drawing/2014/main" id="{878454AD-3286-4837-A283-73201D7F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372">
            <a:extLst xmlns:a="http://schemas.openxmlformats.org/drawingml/2006/main">
              <a:ext uri="{FF2B5EF4-FFF2-40B4-BE49-F238E27FC236}">
                <a16:creationId xmlns:a16="http://schemas.microsoft.com/office/drawing/2014/main" id="{DB7A20A2-DD45-45BC-9A74-A2C95BAD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373">
            <a:extLst xmlns:a="http://schemas.openxmlformats.org/drawingml/2006/main">
              <a:ext uri="{FF2B5EF4-FFF2-40B4-BE49-F238E27FC236}">
                <a16:creationId xmlns:a16="http://schemas.microsoft.com/office/drawing/2014/main" id="{C7C77B17-1CF7-4956-A78B-CB2DD7E9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확보한 제목과 원문 URL은 카드로 표시한다.</a:t>
            </a:r>
          </a:p>
        </p:txBody>
      </p:sp>
      <p:sp>
        <p:nvSpPr>
          <p:cNvPr id="21" name="object-374">
            <a:extLst xmlns:a="http://schemas.openxmlformats.org/drawingml/2006/main">
              <a:ext uri="{FF2B5EF4-FFF2-40B4-BE49-F238E27FC236}">
                <a16:creationId xmlns:a16="http://schemas.microsoft.com/office/drawing/2014/main" id="{E9641865-67E7-46B3-B54A-4E699EE8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375">
            <a:extLst xmlns:a="http://schemas.openxmlformats.org/drawingml/2006/main">
              <a:ext uri="{FF2B5EF4-FFF2-40B4-BE49-F238E27FC236}">
                <a16:creationId xmlns:a16="http://schemas.microsoft.com/office/drawing/2014/main" id="{D19D07E4-AAEF-448B-BB73-C138E03F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376">
            <a:extLst xmlns:a="http://schemas.openxmlformats.org/drawingml/2006/main">
              <a:ext uri="{FF2B5EF4-FFF2-40B4-BE49-F238E27FC236}">
                <a16:creationId xmlns:a16="http://schemas.microsoft.com/office/drawing/2014/main" id="{2996BD3E-F33B-4626-BF29-F7612E5C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등록일과 게시 출처를 원본 값으로 유지한다.</a:t>
            </a:r>
          </a:p>
        </p:txBody>
      </p:sp>
      <p:sp>
        <p:nvSpPr>
          <p:cNvPr id="24" name="object-377">
            <a:extLst xmlns:a="http://schemas.openxmlformats.org/drawingml/2006/main">
              <a:ext uri="{FF2B5EF4-FFF2-40B4-BE49-F238E27FC236}">
                <a16:creationId xmlns:a16="http://schemas.microsoft.com/office/drawing/2014/main" id="{39199338-A657-450B-929A-771A8BE7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378">
            <a:extLst xmlns:a="http://schemas.openxmlformats.org/drawingml/2006/main">
              <a:ext uri="{FF2B5EF4-FFF2-40B4-BE49-F238E27FC236}">
                <a16:creationId xmlns:a16="http://schemas.microsoft.com/office/drawing/2014/main" id="{973A660B-EFC9-4F99-B9F4-D4D030B6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379">
            <a:extLst xmlns:a="http://schemas.openxmlformats.org/drawingml/2006/main">
              <a:ext uri="{FF2B5EF4-FFF2-40B4-BE49-F238E27FC236}">
                <a16:creationId xmlns:a16="http://schemas.microsoft.com/office/drawing/2014/main" id="{A3EC0065-2D11-46B7-BEF4-27285C8C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원문에서 기간과 자격을 확인하도록 안내한다. title_only 잔여는 로컬 자료 3건이다.</a:t>
            </a:r>
          </a:p>
        </p:txBody>
      </p:sp>
      <p:sp>
        <p:nvSpPr>
          <p:cNvPr id="27" name="object-380">
            <a:extLst xmlns:a="http://schemas.openxmlformats.org/drawingml/2006/main">
              <a:ext uri="{FF2B5EF4-FFF2-40B4-BE49-F238E27FC236}">
                <a16:creationId xmlns:a16="http://schemas.microsoft.com/office/drawing/2014/main" id="{394A85F9-18A0-4FC1-95E8-E00BA677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381">
            <a:extLst xmlns:a="http://schemas.openxmlformats.org/drawingml/2006/main">
              <a:ext uri="{FF2B5EF4-FFF2-40B4-BE49-F238E27FC236}">
                <a16:creationId xmlns:a16="http://schemas.microsoft.com/office/drawing/2014/main" id="{B9D2BE7B-F1D1-409D-AABD-3F1FDDA6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</a:t>
            </a:r>
          </a:p>
        </p:txBody>
      </p:sp>
      <p:sp>
        <p:nvSpPr>
          <p:cNvPr id="29" name="object-382">
            <a:extLst xmlns:a="http://schemas.openxmlformats.org/drawingml/2006/main">
              <a:ext uri="{FF2B5EF4-FFF2-40B4-BE49-F238E27FC236}">
                <a16:creationId xmlns:a16="http://schemas.microsoft.com/office/drawing/2014/main" id="{3709AEDF-3C03-40FD-A86D-E466C33D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FR-005, FR-006</a:t>
            </a:r>
          </a:p>
        </p:txBody>
      </p:sp>
      <p:sp>
        <p:nvSpPr>
          <p:cNvPr id="30" name="object-383">
            <a:extLst xmlns:a="http://schemas.openxmlformats.org/drawingml/2006/main">
              <a:ext uri="{FF2B5EF4-FFF2-40B4-BE49-F238E27FC236}">
                <a16:creationId xmlns:a16="http://schemas.microsoft.com/office/drawing/2014/main" id="{3D5934AA-AFE9-4BA1-88F2-CB4AC2AE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384">
            <a:extLst xmlns:a="http://schemas.openxmlformats.org/drawingml/2006/main">
              <a:ext uri="{FF2B5EF4-FFF2-40B4-BE49-F238E27FC236}">
                <a16:creationId xmlns:a16="http://schemas.microsoft.com/office/drawing/2014/main" id="{B12760A8-DCF8-4E3A-80CC-A6306681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385">
            <a:extLst xmlns:a="http://schemas.openxmlformats.org/drawingml/2006/main">
              <a:ext uri="{FF2B5EF4-FFF2-40B4-BE49-F238E27FC236}">
                <a16:creationId xmlns:a16="http://schemas.microsoft.com/office/drawing/2014/main" id="{8A2926AE-38A2-4D53-B074-05D392F8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</a:t>
            </a:r>
          </a:p>
        </p:txBody>
      </p:sp>
      <p:sp>
        <p:nvSpPr>
          <p:cNvPr id="33" name="object-386">
            <a:extLst xmlns:a="http://schemas.openxmlformats.org/drawingml/2006/main">
              <a:ext uri="{FF2B5EF4-FFF2-40B4-BE49-F238E27FC236}">
                <a16:creationId xmlns:a16="http://schemas.microsoft.com/office/drawing/2014/main" id="{9C4E2986-2E63-4F79-B2D1-3C51D1C1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387">
            <a:extLst xmlns:a="http://schemas.openxmlformats.org/drawingml/2006/main">
              <a:ext uri="{FF2B5EF4-FFF2-40B4-BE49-F238E27FC236}">
                <a16:creationId xmlns:a16="http://schemas.microsoft.com/office/drawing/2014/main" id="{F43894A3-ED16-4158-B37C-93861C56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388">
            <a:extLst xmlns:a="http://schemas.openxmlformats.org/drawingml/2006/main">
              <a:ext uri="{FF2B5EF4-FFF2-40B4-BE49-F238E27FC236}">
                <a16:creationId xmlns:a16="http://schemas.microsoft.com/office/drawing/2014/main" id="{57CE4342-A6CD-4FE5-8103-CE942FF8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389">
            <a:extLst xmlns:a="http://schemas.openxmlformats.org/drawingml/2006/main">
              <a:ext uri="{FF2B5EF4-FFF2-40B4-BE49-F238E27FC236}">
                <a16:creationId xmlns:a16="http://schemas.microsoft.com/office/drawing/2014/main" id="{4B3E53AB-C786-4E6A-95E7-49E5A991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390">
            <a:extLst xmlns:a="http://schemas.openxmlformats.org/drawingml/2006/main">
              <a:ext uri="{FF2B5EF4-FFF2-40B4-BE49-F238E27FC236}">
                <a16:creationId xmlns:a16="http://schemas.microsoft.com/office/drawing/2014/main" id="{D17105A9-4F37-4416-A985-C23ABCDC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391">
            <a:extLst xmlns:a="http://schemas.openxmlformats.org/drawingml/2006/main">
              <a:ext uri="{FF2B5EF4-FFF2-40B4-BE49-F238E27FC236}">
                <a16:creationId xmlns:a16="http://schemas.microsoft.com/office/drawing/2014/main" id="{18843BE2-F182-4F62-A6EB-ED70857F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392">
            <a:extLst xmlns:a="http://schemas.openxmlformats.org/drawingml/2006/main">
              <a:ext uri="{FF2B5EF4-FFF2-40B4-BE49-F238E27FC236}">
                <a16:creationId xmlns:a16="http://schemas.microsoft.com/office/drawing/2014/main" id="{7605AD42-6533-4A5E-8F87-161C568F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766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object-393">
            <a:extLst xmlns:a="http://schemas.openxmlformats.org/drawingml/2006/main">
              <a:ext uri="{FF2B5EF4-FFF2-40B4-BE49-F238E27FC236}">
                <a16:creationId xmlns:a16="http://schemas.microsoft.com/office/drawing/2014/main" id="{43EA9BB7-6DEA-41CF-8427-66F2688E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57375"/>
            <a:ext cx="74961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공지 제목만 확보되어 상세 내용을 확인할 수 없습니다. 공식 원문을 확인해 주세요.</a:t>
            </a:r>
          </a:p>
        </p:txBody>
      </p:sp>
      <p:sp>
        <p:nvSpPr>
          <p:cNvPr id="41" name="object-394">
            <a:extLst xmlns:a="http://schemas.openxmlformats.org/drawingml/2006/main">
              <a:ext uri="{FF2B5EF4-FFF2-40B4-BE49-F238E27FC236}">
                <a16:creationId xmlns:a16="http://schemas.microsoft.com/office/drawing/2014/main" id="{77295CFA-8741-49C5-A9FB-6E4C929C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19425"/>
            <a:ext cx="7648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참고 공식 공지 (1건)</a:t>
            </a:r>
          </a:p>
        </p:txBody>
      </p:sp>
      <p:sp>
        <p:nvSpPr>
          <p:cNvPr id="42" name="object-395">
            <a:extLst xmlns:a="http://schemas.openxmlformats.org/drawingml/2006/main">
              <a:ext uri="{FF2B5EF4-FFF2-40B4-BE49-F238E27FC236}">
                <a16:creationId xmlns:a16="http://schemas.microsoft.com/office/drawing/2014/main" id="{BCDEFCF4-9279-48F7-8FD0-3ADAF0B5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7667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3" name="object-396">
            <a:extLst xmlns:a="http://schemas.openxmlformats.org/drawingml/2006/main">
              <a:ext uri="{FF2B5EF4-FFF2-40B4-BE49-F238E27FC236}">
                <a16:creationId xmlns:a16="http://schemas.microsoft.com/office/drawing/2014/main" id="{EC8178CB-D56A-4F26-A21D-B1CFB5B7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747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장학  /  공식 공지</a:t>
            </a:r>
          </a:p>
        </p:txBody>
      </p:sp>
      <p:sp>
        <p:nvSpPr>
          <p:cNvPr id="44" name="object-397">
            <a:extLst xmlns:a="http://schemas.openxmlformats.org/drawingml/2006/main">
              <a:ext uri="{FF2B5EF4-FFF2-40B4-BE49-F238E27FC236}">
                <a16:creationId xmlns:a16="http://schemas.microsoft.com/office/drawing/2014/main" id="{0C1657CF-8011-4E23-AF92-F52A2DA5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747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장학금 신청 안내  [표시 예시]</a:t>
            </a:r>
          </a:p>
        </p:txBody>
      </p:sp>
      <p:sp>
        <p:nvSpPr>
          <p:cNvPr id="45" name="object-398">
            <a:extLst xmlns:a="http://schemas.openxmlformats.org/drawingml/2006/main">
              <a:ext uri="{FF2B5EF4-FFF2-40B4-BE49-F238E27FC236}">
                <a16:creationId xmlns:a16="http://schemas.microsoft.com/office/drawing/2014/main" id="{E9F93325-E992-4DCB-ACA0-4782E6A3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7477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등록일 YYYY-MM-DD  /  한성대학교</a:t>
            </a:r>
          </a:p>
        </p:txBody>
      </p:sp>
      <p:sp>
        <p:nvSpPr>
          <p:cNvPr id="46" name="object-399">
            <a:extLst xmlns:a="http://schemas.openxmlformats.org/drawingml/2006/main">
              <a:ext uri="{FF2B5EF4-FFF2-40B4-BE49-F238E27FC236}">
                <a16:creationId xmlns:a16="http://schemas.microsoft.com/office/drawing/2014/main" id="{0AECD7A0-102D-4D77-A484-CFC286BC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747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공지 원문 바로가기</a:t>
            </a:r>
          </a:p>
        </p:txBody>
      </p:sp>
      <p:sp>
        <p:nvSpPr>
          <p:cNvPr id="47" name="object-400">
            <a:extLst xmlns:a="http://schemas.openxmlformats.org/drawingml/2006/main">
              <a:ext uri="{FF2B5EF4-FFF2-40B4-BE49-F238E27FC236}">
                <a16:creationId xmlns:a16="http://schemas.microsoft.com/office/drawing/2014/main" id="{62CA738E-3ED3-4B60-9DC5-82C4D1C6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bject-401">
            <a:extLst xmlns:a="http://schemas.openxmlformats.org/drawingml/2006/main">
              <a:ext uri="{FF2B5EF4-FFF2-40B4-BE49-F238E27FC236}">
                <a16:creationId xmlns:a16="http://schemas.microsoft.com/office/drawing/2014/main" id="{37261291-D1F2-4CCC-ADDA-68065406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9" name="object-402">
            <a:extLst xmlns:a="http://schemas.openxmlformats.org/drawingml/2006/main">
              <a:ext uri="{FF2B5EF4-FFF2-40B4-BE49-F238E27FC236}">
                <a16:creationId xmlns:a16="http://schemas.microsoft.com/office/drawing/2014/main" id="{3BB002C5-CD9F-49FC-83B8-97196808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object-403">
            <a:extLst xmlns:a="http://schemas.openxmlformats.org/drawingml/2006/main">
              <a:ext uri="{FF2B5EF4-FFF2-40B4-BE49-F238E27FC236}">
                <a16:creationId xmlns:a16="http://schemas.microsoft.com/office/drawing/2014/main" id="{403DEC0C-FA44-4E5E-A0B6-1C9C63E7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1" name="object-404">
            <a:extLst xmlns:a="http://schemas.openxmlformats.org/drawingml/2006/main">
              <a:ext uri="{FF2B5EF4-FFF2-40B4-BE49-F238E27FC236}">
                <a16:creationId xmlns:a16="http://schemas.microsoft.com/office/drawing/2014/main" id="{26E98737-AC2E-43F7-970D-3A3F197A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object-405">
            <a:extLst xmlns:a="http://schemas.openxmlformats.org/drawingml/2006/main">
              <a:ext uri="{FF2B5EF4-FFF2-40B4-BE49-F238E27FC236}">
                <a16:creationId xmlns:a16="http://schemas.microsoft.com/office/drawing/2014/main" id="{DF156973-7352-4147-8B90-623730B4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3" name="object-406">
            <a:extLst xmlns:a="http://schemas.openxmlformats.org/drawingml/2006/main">
              <a:ext uri="{FF2B5EF4-FFF2-40B4-BE49-F238E27FC236}">
                <a16:creationId xmlns:a16="http://schemas.microsoft.com/office/drawing/2014/main" id="{DA2F58E0-E98E-4693-B32D-5BF67FEC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object-407">
            <a:extLst xmlns:a="http://schemas.openxmlformats.org/drawingml/2006/main">
              <a:ext uri="{FF2B5EF4-FFF2-40B4-BE49-F238E27FC236}">
                <a16:creationId xmlns:a16="http://schemas.microsoft.com/office/drawing/2014/main" id="{D273CB9A-0466-492D-8CE4-B2AE6A35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240486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object-408">
            <a:extLst xmlns:a="http://schemas.openxmlformats.org/drawingml/2006/main">
              <a:ext uri="{FF2B5EF4-FFF2-40B4-BE49-F238E27FC236}">
                <a16:creationId xmlns:a16="http://schemas.microsoft.com/office/drawing/2014/main" id="{E3B1EB4A-3745-4AEE-994D-662FC295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409">
            <a:extLst xmlns:a="http://schemas.openxmlformats.org/drawingml/2006/main">
              <a:ext uri="{FF2B5EF4-FFF2-40B4-BE49-F238E27FC236}">
                <a16:creationId xmlns:a16="http://schemas.microsoft.com/office/drawing/2014/main" id="{A6F86DE4-F303-40EB-9B5B-E7D297E7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410">
            <a:extLst xmlns:a="http://schemas.openxmlformats.org/drawingml/2006/main">
              <a:ext uri="{FF2B5EF4-FFF2-40B4-BE49-F238E27FC236}">
                <a16:creationId xmlns:a16="http://schemas.microsoft.com/office/drawing/2014/main" id="{624F25C7-0758-429B-80BD-7C0DF99F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411">
            <a:extLst xmlns:a="http://schemas.openxmlformats.org/drawingml/2006/main">
              <a:ext uri="{FF2B5EF4-FFF2-40B4-BE49-F238E27FC236}">
                <a16:creationId xmlns:a16="http://schemas.microsoft.com/office/drawing/2014/main" id="{BE6A1244-5FD8-4AFF-9279-13E7F5E5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412">
            <a:extLst xmlns:a="http://schemas.openxmlformats.org/drawingml/2006/main">
              <a:ext uri="{FF2B5EF4-FFF2-40B4-BE49-F238E27FC236}">
                <a16:creationId xmlns:a16="http://schemas.microsoft.com/office/drawing/2014/main" id="{9D0933D5-6865-463F-80D6-CE567569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생성 API 오류</a:t>
            </a:r>
          </a:p>
        </p:txBody>
      </p:sp>
      <p:sp>
        <p:nvSpPr>
          <p:cNvPr id="6" name="object-413">
            <a:extLst xmlns:a="http://schemas.openxmlformats.org/drawingml/2006/main">
              <a:ext uri="{FF2B5EF4-FFF2-40B4-BE49-F238E27FC236}">
                <a16:creationId xmlns:a16="http://schemas.microsoft.com/office/drawing/2014/main" id="{E55A787A-2220-4AC2-B51C-7A7E6AC2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414">
            <a:extLst xmlns:a="http://schemas.openxmlformats.org/drawingml/2006/main">
              <a:ext uri="{FF2B5EF4-FFF2-40B4-BE49-F238E27FC236}">
                <a16:creationId xmlns:a16="http://schemas.microsoft.com/office/drawing/2014/main" id="{3B1CA59B-C7EC-4876-8E2B-DA54EFE7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</a:t>
            </a:r>
          </a:p>
        </p:txBody>
      </p:sp>
      <p:sp>
        <p:nvSpPr>
          <p:cNvPr id="8" name="object-415">
            <a:extLst xmlns:a="http://schemas.openxmlformats.org/drawingml/2006/main">
              <a:ext uri="{FF2B5EF4-FFF2-40B4-BE49-F238E27FC236}">
                <a16:creationId xmlns:a16="http://schemas.microsoft.com/office/drawing/2014/main" id="{CEC44BD9-A397-451C-8243-DDA98683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416">
            <a:extLst xmlns:a="http://schemas.openxmlformats.org/drawingml/2006/main">
              <a:ext uri="{FF2B5EF4-FFF2-40B4-BE49-F238E27FC236}">
                <a16:creationId xmlns:a16="http://schemas.microsoft.com/office/drawing/2014/main" id="{4CF8EF2B-C07D-40E5-B53B-67816177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UI-007</a:t>
            </a:r>
          </a:p>
        </p:txBody>
      </p:sp>
      <p:sp>
        <p:nvSpPr>
          <p:cNvPr id="10" name="object-417">
            <a:extLst xmlns:a="http://schemas.openxmlformats.org/drawingml/2006/main">
              <a:ext uri="{FF2B5EF4-FFF2-40B4-BE49-F238E27FC236}">
                <a16:creationId xmlns:a16="http://schemas.microsoft.com/office/drawing/2014/main" id="{9319AB1F-9ED1-4175-ACB1-DBC74006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12    2026-10-18    v1.0</a:t>
            </a:r>
          </a:p>
        </p:txBody>
      </p:sp>
      <p:sp>
        <p:nvSpPr>
          <p:cNvPr id="11" name="object-418">
            <a:extLst xmlns:a="http://schemas.openxmlformats.org/drawingml/2006/main">
              <a:ext uri="{FF2B5EF4-FFF2-40B4-BE49-F238E27FC236}">
                <a16:creationId xmlns:a16="http://schemas.microsoft.com/office/drawing/2014/main" id="{2FAEF352-2B11-4107-A1F8-437183C8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CampusRAG</a:t>
            </a:r>
          </a:p>
        </p:txBody>
      </p:sp>
      <p:sp>
        <p:nvSpPr>
          <p:cNvPr id="12" name="object-419">
            <a:extLst xmlns:a="http://schemas.openxmlformats.org/drawingml/2006/main">
              <a:ext uri="{FF2B5EF4-FFF2-40B4-BE49-F238E27FC236}">
                <a16:creationId xmlns:a16="http://schemas.microsoft.com/office/drawing/2014/main" id="{4BE25F9C-694D-4D39-93FB-CC7A8CF9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13" name="object-420">
            <a:extLst xmlns:a="http://schemas.openxmlformats.org/drawingml/2006/main">
              <a:ext uri="{FF2B5EF4-FFF2-40B4-BE49-F238E27FC236}">
                <a16:creationId xmlns:a16="http://schemas.microsoft.com/office/drawing/2014/main" id="{7E4D51C0-479A-46B5-B22A-0388C319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421">
            <a:extLst xmlns:a="http://schemas.openxmlformats.org/drawingml/2006/main">
              <a:ext uri="{FF2B5EF4-FFF2-40B4-BE49-F238E27FC236}">
                <a16:creationId xmlns:a16="http://schemas.microsoft.com/office/drawing/2014/main" id="{4420AB46-3D54-4EA7-AEFF-79851A3D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422">
            <a:extLst xmlns:a="http://schemas.openxmlformats.org/drawingml/2006/main">
              <a:ext uri="{FF2B5EF4-FFF2-40B4-BE49-F238E27FC236}">
                <a16:creationId xmlns:a16="http://schemas.microsoft.com/office/drawing/2014/main" id="{5B0068AF-5DCF-4943-BCA9-295889A2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423">
            <a:extLst xmlns:a="http://schemas.openxmlformats.org/drawingml/2006/main">
              <a:ext uri="{FF2B5EF4-FFF2-40B4-BE49-F238E27FC236}">
                <a16:creationId xmlns:a16="http://schemas.microsoft.com/office/drawing/2014/main" id="{650D42DC-BCDD-4551-B6CC-B477E6C0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424">
            <a:extLst xmlns:a="http://schemas.openxmlformats.org/drawingml/2006/main">
              <a:ext uri="{FF2B5EF4-FFF2-40B4-BE49-F238E27FC236}">
                <a16:creationId xmlns:a16="http://schemas.microsoft.com/office/drawing/2014/main" id="{71DE58FA-6775-47CE-A0A3-3A2B48BD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HTTP 200이어도 status=api_error이면 오류로 표시한다.</a:t>
            </a:r>
          </a:p>
        </p:txBody>
      </p:sp>
      <p:sp>
        <p:nvSpPr>
          <p:cNvPr id="18" name="object-425">
            <a:extLst xmlns:a="http://schemas.openxmlformats.org/drawingml/2006/main">
              <a:ext uri="{FF2B5EF4-FFF2-40B4-BE49-F238E27FC236}">
                <a16:creationId xmlns:a16="http://schemas.microsoft.com/office/drawing/2014/main" id="{F097A9D1-953A-4789-BC15-00D81209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426">
            <a:extLst xmlns:a="http://schemas.openxmlformats.org/drawingml/2006/main">
              <a:ext uri="{FF2B5EF4-FFF2-40B4-BE49-F238E27FC236}">
                <a16:creationId xmlns:a16="http://schemas.microsoft.com/office/drawing/2014/main" id="{761B3863-4C5A-4897-90AE-8CA75332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427">
            <a:extLst xmlns:a="http://schemas.openxmlformats.org/drawingml/2006/main">
              <a:ext uri="{FF2B5EF4-FFF2-40B4-BE49-F238E27FC236}">
                <a16:creationId xmlns:a16="http://schemas.microsoft.com/office/drawing/2014/main" id="{3828503D-166B-494C-AE1B-D33877C8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대기 초과·사용량 제한 등 안전한 오류 안내를 제공한다.</a:t>
            </a:r>
          </a:p>
        </p:txBody>
      </p:sp>
      <p:sp>
        <p:nvSpPr>
          <p:cNvPr id="21" name="object-428">
            <a:extLst xmlns:a="http://schemas.openxmlformats.org/drawingml/2006/main">
              <a:ext uri="{FF2B5EF4-FFF2-40B4-BE49-F238E27FC236}">
                <a16:creationId xmlns:a16="http://schemas.microsoft.com/office/drawing/2014/main" id="{F08B5189-6909-4880-89C5-E9AD8386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429">
            <a:extLst xmlns:a="http://schemas.openxmlformats.org/drawingml/2006/main">
              <a:ext uri="{FF2B5EF4-FFF2-40B4-BE49-F238E27FC236}">
                <a16:creationId xmlns:a16="http://schemas.microsoft.com/office/drawing/2014/main" id="{356F8338-3934-47AF-BEB2-F1F60CCD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430">
            <a:extLst xmlns:a="http://schemas.openxmlformats.org/drawingml/2006/main">
              <a:ext uri="{FF2B5EF4-FFF2-40B4-BE49-F238E27FC236}">
                <a16:creationId xmlns:a16="http://schemas.microsoft.com/office/drawing/2014/main" id="{9FC08277-7394-4F77-B5CD-B3CCB553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서버가 반환한 출처가 있으면 카드 표시를 유지한다.</a:t>
            </a:r>
          </a:p>
        </p:txBody>
      </p:sp>
      <p:sp>
        <p:nvSpPr>
          <p:cNvPr id="24" name="object-431">
            <a:extLst xmlns:a="http://schemas.openxmlformats.org/drawingml/2006/main">
              <a:ext uri="{FF2B5EF4-FFF2-40B4-BE49-F238E27FC236}">
                <a16:creationId xmlns:a16="http://schemas.microsoft.com/office/drawing/2014/main" id="{286B7620-110D-40FB-9391-DA3D5A9D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432">
            <a:extLst xmlns:a="http://schemas.openxmlformats.org/drawingml/2006/main">
              <a:ext uri="{FF2B5EF4-FFF2-40B4-BE49-F238E27FC236}">
                <a16:creationId xmlns:a16="http://schemas.microsoft.com/office/drawing/2014/main" id="{FCD96AB7-F252-4E9A-8219-181DD45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433">
            <a:extLst xmlns:a="http://schemas.openxmlformats.org/drawingml/2006/main">
              <a:ext uri="{FF2B5EF4-FFF2-40B4-BE49-F238E27FC236}">
                <a16:creationId xmlns:a16="http://schemas.microsoft.com/office/drawing/2014/main" id="{437AD1EF-F997-4232-8F05-88C12E10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원시 오류와 비밀키를 표시하지 않는다. 재입력으로 다시 요청한다.</a:t>
            </a:r>
          </a:p>
        </p:txBody>
      </p:sp>
      <p:sp>
        <p:nvSpPr>
          <p:cNvPr id="27" name="object-434">
            <a:extLst xmlns:a="http://schemas.openxmlformats.org/drawingml/2006/main">
              <a:ext uri="{FF2B5EF4-FFF2-40B4-BE49-F238E27FC236}">
                <a16:creationId xmlns:a16="http://schemas.microsoft.com/office/drawing/2014/main" id="{E024B4F4-EFB0-4AF1-B409-8858341A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435">
            <a:extLst xmlns:a="http://schemas.openxmlformats.org/drawingml/2006/main">
              <a:ext uri="{FF2B5EF4-FFF2-40B4-BE49-F238E27FC236}">
                <a16:creationId xmlns:a16="http://schemas.microsoft.com/office/drawing/2014/main" id="{A7A2241C-EDC3-4DBE-B9C0-E1F8A453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</a:t>
            </a:r>
          </a:p>
        </p:txBody>
      </p:sp>
      <p:sp>
        <p:nvSpPr>
          <p:cNvPr id="29" name="object-436">
            <a:extLst xmlns:a="http://schemas.openxmlformats.org/drawingml/2006/main">
              <a:ext uri="{FF2B5EF4-FFF2-40B4-BE49-F238E27FC236}">
                <a16:creationId xmlns:a16="http://schemas.microsoft.com/office/drawing/2014/main" id="{D882EA52-FBDB-4487-B945-9BB21387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FR-006</a:t>
            </a:r>
          </a:p>
        </p:txBody>
      </p:sp>
      <p:sp>
        <p:nvSpPr>
          <p:cNvPr id="30" name="object-437">
            <a:extLst xmlns:a="http://schemas.openxmlformats.org/drawingml/2006/main">
              <a:ext uri="{FF2B5EF4-FFF2-40B4-BE49-F238E27FC236}">
                <a16:creationId xmlns:a16="http://schemas.microsoft.com/office/drawing/2014/main" id="{A05DC3BD-0E63-4139-88BE-65A9F8BC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438">
            <a:extLst xmlns:a="http://schemas.openxmlformats.org/drawingml/2006/main">
              <a:ext uri="{FF2B5EF4-FFF2-40B4-BE49-F238E27FC236}">
                <a16:creationId xmlns:a16="http://schemas.microsoft.com/office/drawing/2014/main" id="{654C5D3B-64D0-4E6A-8F77-3267F89D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439">
            <a:extLst xmlns:a="http://schemas.openxmlformats.org/drawingml/2006/main">
              <a:ext uri="{FF2B5EF4-FFF2-40B4-BE49-F238E27FC236}">
                <a16:creationId xmlns:a16="http://schemas.microsoft.com/office/drawing/2014/main" id="{AB9B9903-EE96-4FAA-82CA-2AE56E1D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</a:t>
            </a:r>
          </a:p>
        </p:txBody>
      </p:sp>
      <p:sp>
        <p:nvSpPr>
          <p:cNvPr id="33" name="object-440">
            <a:extLst xmlns:a="http://schemas.openxmlformats.org/drawingml/2006/main">
              <a:ext uri="{FF2B5EF4-FFF2-40B4-BE49-F238E27FC236}">
                <a16:creationId xmlns:a16="http://schemas.microsoft.com/office/drawing/2014/main" id="{6710AA5B-EF0D-44AE-BBD3-7525A38B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441">
            <a:extLst xmlns:a="http://schemas.openxmlformats.org/drawingml/2006/main">
              <a:ext uri="{FF2B5EF4-FFF2-40B4-BE49-F238E27FC236}">
                <a16:creationId xmlns:a16="http://schemas.microsoft.com/office/drawing/2014/main" id="{FB2B094C-BACB-498C-A1BB-35671C32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442">
            <a:extLst xmlns:a="http://schemas.openxmlformats.org/drawingml/2006/main">
              <a:ext uri="{FF2B5EF4-FFF2-40B4-BE49-F238E27FC236}">
                <a16:creationId xmlns:a16="http://schemas.microsoft.com/office/drawing/2014/main" id="{EA3ED7C1-958C-4982-B818-B6DA5296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443">
            <a:extLst xmlns:a="http://schemas.openxmlformats.org/drawingml/2006/main">
              <a:ext uri="{FF2B5EF4-FFF2-40B4-BE49-F238E27FC236}">
                <a16:creationId xmlns:a16="http://schemas.microsoft.com/office/drawing/2014/main" id="{FD27381B-E733-42F9-B381-C164638B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444">
            <a:extLst xmlns:a="http://schemas.openxmlformats.org/drawingml/2006/main">
              <a:ext uri="{FF2B5EF4-FFF2-40B4-BE49-F238E27FC236}">
                <a16:creationId xmlns:a16="http://schemas.microsoft.com/office/drawing/2014/main" id="{3753A087-2AE6-41AE-B42B-0BC9EF68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445">
            <a:extLst xmlns:a="http://schemas.openxmlformats.org/drawingml/2006/main">
              <a:ext uri="{FF2B5EF4-FFF2-40B4-BE49-F238E27FC236}">
                <a16:creationId xmlns:a16="http://schemas.microsoft.com/office/drawing/2014/main" id="{8BD42B44-8792-49C6-8839-9C85723E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446">
            <a:extLst xmlns:a="http://schemas.openxmlformats.org/drawingml/2006/main">
              <a:ext uri="{FF2B5EF4-FFF2-40B4-BE49-F238E27FC236}">
                <a16:creationId xmlns:a16="http://schemas.microsoft.com/office/drawing/2014/main" id="{7C091956-BF20-4F4D-B820-F270FB1F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766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40" name="object-447">
            <a:extLst xmlns:a="http://schemas.openxmlformats.org/drawingml/2006/main">
              <a:ext uri="{FF2B5EF4-FFF2-40B4-BE49-F238E27FC236}">
                <a16:creationId xmlns:a16="http://schemas.microsoft.com/office/drawing/2014/main" id="{F27EEA7A-2DFF-4732-A4EC-D9394F04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57375"/>
            <a:ext cx="74961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991B1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99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991B1B"/>
                </a:solidFill>
                <a:latin typeface="Malgun Gothic"/>
                <a:ea typeface="Malgun Gothic"/>
                <a:cs typeface="Malgun Gothic"/>
              </a:rPr>
              <a:t>답변 생성 서비스에 일시적인 문제가 있습니다. 잠시 후 다시 질문해 주세요.</a:t>
            </a:r>
          </a:p>
        </p:txBody>
      </p:sp>
      <p:sp>
        <p:nvSpPr>
          <p:cNvPr id="41" name="object-448">
            <a:extLst xmlns:a="http://schemas.openxmlformats.org/drawingml/2006/main">
              <a:ext uri="{FF2B5EF4-FFF2-40B4-BE49-F238E27FC236}">
                <a16:creationId xmlns:a16="http://schemas.microsoft.com/office/drawing/2014/main" id="{DFCA80D5-977E-4902-AA15-E2CDB113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19425"/>
            <a:ext cx="7648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참고 공식 공지 (1건)</a:t>
            </a:r>
          </a:p>
        </p:txBody>
      </p:sp>
      <p:sp>
        <p:nvSpPr>
          <p:cNvPr id="42" name="object-449">
            <a:extLst xmlns:a="http://schemas.openxmlformats.org/drawingml/2006/main">
              <a:ext uri="{FF2B5EF4-FFF2-40B4-BE49-F238E27FC236}">
                <a16:creationId xmlns:a16="http://schemas.microsoft.com/office/drawing/2014/main" id="{245652F1-1480-4BC9-971C-AA44798E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7667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3" name="object-450">
            <a:extLst xmlns:a="http://schemas.openxmlformats.org/drawingml/2006/main">
              <a:ext uri="{FF2B5EF4-FFF2-40B4-BE49-F238E27FC236}">
                <a16:creationId xmlns:a16="http://schemas.microsoft.com/office/drawing/2014/main" id="{53AAAB28-D1ED-45EE-BCA1-3AB31380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747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장학  /  공식 공지</a:t>
            </a:r>
          </a:p>
        </p:txBody>
      </p:sp>
      <p:sp>
        <p:nvSpPr>
          <p:cNvPr id="44" name="object-451">
            <a:extLst xmlns:a="http://schemas.openxmlformats.org/drawingml/2006/main">
              <a:ext uri="{FF2B5EF4-FFF2-40B4-BE49-F238E27FC236}">
                <a16:creationId xmlns:a16="http://schemas.microsoft.com/office/drawing/2014/main" id="{054DA08D-9667-4D22-9DED-956205C5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747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장학금 신청 안내  [표시 예시]</a:t>
            </a:r>
          </a:p>
        </p:txBody>
      </p:sp>
      <p:sp>
        <p:nvSpPr>
          <p:cNvPr id="45" name="object-452">
            <a:extLst xmlns:a="http://schemas.openxmlformats.org/drawingml/2006/main">
              <a:ext uri="{FF2B5EF4-FFF2-40B4-BE49-F238E27FC236}">
                <a16:creationId xmlns:a16="http://schemas.microsoft.com/office/drawing/2014/main" id="{0A4A1983-D3D5-46F0-A57B-2FDD0921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7477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등록일 YYYY-MM-DD  /  한성대학교</a:t>
            </a:r>
          </a:p>
        </p:txBody>
      </p:sp>
      <p:sp>
        <p:nvSpPr>
          <p:cNvPr id="46" name="object-453">
            <a:extLst xmlns:a="http://schemas.openxmlformats.org/drawingml/2006/main">
              <a:ext uri="{FF2B5EF4-FFF2-40B4-BE49-F238E27FC236}">
                <a16:creationId xmlns:a16="http://schemas.microsoft.com/office/drawing/2014/main" id="{66445ACA-22EF-4A5F-B17A-065498EE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747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공지 원문 바로가기</a:t>
            </a:r>
          </a:p>
        </p:txBody>
      </p:sp>
      <p:sp>
        <p:nvSpPr>
          <p:cNvPr id="47" name="object-454">
            <a:extLst xmlns:a="http://schemas.openxmlformats.org/drawingml/2006/main">
              <a:ext uri="{FF2B5EF4-FFF2-40B4-BE49-F238E27FC236}">
                <a16:creationId xmlns:a16="http://schemas.microsoft.com/office/drawing/2014/main" id="{13991F94-170C-4136-A546-EFCC9253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bject-455">
            <a:extLst xmlns:a="http://schemas.openxmlformats.org/drawingml/2006/main">
              <a:ext uri="{FF2B5EF4-FFF2-40B4-BE49-F238E27FC236}">
                <a16:creationId xmlns:a16="http://schemas.microsoft.com/office/drawing/2014/main" id="{DF2691C4-3B66-4CE0-AF66-09D24ED0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9" name="object-456">
            <a:extLst xmlns:a="http://schemas.openxmlformats.org/drawingml/2006/main">
              <a:ext uri="{FF2B5EF4-FFF2-40B4-BE49-F238E27FC236}">
                <a16:creationId xmlns:a16="http://schemas.microsoft.com/office/drawing/2014/main" id="{00EAC281-52AA-4F45-805B-1CFF28C4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object-457">
            <a:extLst xmlns:a="http://schemas.openxmlformats.org/drawingml/2006/main">
              <a:ext uri="{FF2B5EF4-FFF2-40B4-BE49-F238E27FC236}">
                <a16:creationId xmlns:a16="http://schemas.microsoft.com/office/drawing/2014/main" id="{CD9B983D-A1CD-485B-A425-D5B083D3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1" name="object-458">
            <a:extLst xmlns:a="http://schemas.openxmlformats.org/drawingml/2006/main">
              <a:ext uri="{FF2B5EF4-FFF2-40B4-BE49-F238E27FC236}">
                <a16:creationId xmlns:a16="http://schemas.microsoft.com/office/drawing/2014/main" id="{36E07251-FCA8-45AA-8386-F77D788F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object-459">
            <a:extLst xmlns:a="http://schemas.openxmlformats.org/drawingml/2006/main">
              <a:ext uri="{FF2B5EF4-FFF2-40B4-BE49-F238E27FC236}">
                <a16:creationId xmlns:a16="http://schemas.microsoft.com/office/drawing/2014/main" id="{9E716A9C-FF39-4A82-AE8C-D8512C91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3" name="object-460">
            <a:extLst xmlns:a="http://schemas.openxmlformats.org/drawingml/2006/main">
              <a:ext uri="{FF2B5EF4-FFF2-40B4-BE49-F238E27FC236}">
                <a16:creationId xmlns:a16="http://schemas.microsoft.com/office/drawing/2014/main" id="{E34BF5AE-8BD6-457B-9824-8A92618C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object-461">
            <a:extLst xmlns:a="http://schemas.openxmlformats.org/drawingml/2006/main">
              <a:ext uri="{FF2B5EF4-FFF2-40B4-BE49-F238E27FC236}">
                <a16:creationId xmlns:a16="http://schemas.microsoft.com/office/drawing/2014/main" id="{92B590DF-B8AE-404D-A35B-73E34413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694229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object-462">
            <a:extLst xmlns:a="http://schemas.openxmlformats.org/drawingml/2006/main">
              <a:ext uri="{FF2B5EF4-FFF2-40B4-BE49-F238E27FC236}">
                <a16:creationId xmlns:a16="http://schemas.microsoft.com/office/drawing/2014/main" id="{53565A1C-3DDD-4D18-BA19-D3D1A2B9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463">
            <a:extLst xmlns:a="http://schemas.openxmlformats.org/drawingml/2006/main">
              <a:ext uri="{FF2B5EF4-FFF2-40B4-BE49-F238E27FC236}">
                <a16:creationId xmlns:a16="http://schemas.microsoft.com/office/drawing/2014/main" id="{9085830F-E4F4-449E-A23C-9498E3E5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464">
            <a:extLst xmlns:a="http://schemas.openxmlformats.org/drawingml/2006/main">
              <a:ext uri="{FF2B5EF4-FFF2-40B4-BE49-F238E27FC236}">
                <a16:creationId xmlns:a16="http://schemas.microsoft.com/office/drawing/2014/main" id="{BAEB8506-2774-42FF-ADDE-076132F0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465">
            <a:extLst xmlns:a="http://schemas.openxmlformats.org/drawingml/2006/main">
              <a:ext uri="{FF2B5EF4-FFF2-40B4-BE49-F238E27FC236}">
                <a16:creationId xmlns:a16="http://schemas.microsoft.com/office/drawing/2014/main" id="{83790D4B-1990-413B-8CA3-687438D3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466">
            <a:extLst xmlns:a="http://schemas.openxmlformats.org/drawingml/2006/main">
              <a:ext uri="{FF2B5EF4-FFF2-40B4-BE49-F238E27FC236}">
                <a16:creationId xmlns:a16="http://schemas.microsoft.com/office/drawing/2014/main" id="{DEBEDDF0-05E9-4AE0-9BC5-DDA4F977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통신 및 HTTP 오류</a:t>
            </a:r>
          </a:p>
        </p:txBody>
      </p:sp>
      <p:sp>
        <p:nvSpPr>
          <p:cNvPr id="6" name="object-467">
            <a:extLst xmlns:a="http://schemas.openxmlformats.org/drawingml/2006/main">
              <a:ext uri="{FF2B5EF4-FFF2-40B4-BE49-F238E27FC236}">
                <a16:creationId xmlns:a16="http://schemas.microsoft.com/office/drawing/2014/main" id="{F8DB2A23-25D2-41C4-A5D3-7213C14C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468">
            <a:extLst xmlns:a="http://schemas.openxmlformats.org/drawingml/2006/main">
              <a:ext uri="{FF2B5EF4-FFF2-40B4-BE49-F238E27FC236}">
                <a16:creationId xmlns:a16="http://schemas.microsoft.com/office/drawing/2014/main" id="{EEE6FDB8-CA1C-4A1B-88BE-9ACBAE2E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</a:t>
            </a:r>
          </a:p>
        </p:txBody>
      </p:sp>
      <p:sp>
        <p:nvSpPr>
          <p:cNvPr id="8" name="object-469">
            <a:extLst xmlns:a="http://schemas.openxmlformats.org/drawingml/2006/main">
              <a:ext uri="{FF2B5EF4-FFF2-40B4-BE49-F238E27FC236}">
                <a16:creationId xmlns:a16="http://schemas.microsoft.com/office/drawing/2014/main" id="{B077F9B8-B186-43B9-AD60-CD113FC3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470">
            <a:extLst xmlns:a="http://schemas.openxmlformats.org/drawingml/2006/main">
              <a:ext uri="{FF2B5EF4-FFF2-40B4-BE49-F238E27FC236}">
                <a16:creationId xmlns:a16="http://schemas.microsoft.com/office/drawing/2014/main" id="{C3C3D362-D136-43AA-BE58-367C37C7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UI-008</a:t>
            </a:r>
          </a:p>
        </p:txBody>
      </p:sp>
      <p:sp>
        <p:nvSpPr>
          <p:cNvPr id="10" name="object-471">
            <a:extLst xmlns:a="http://schemas.openxmlformats.org/drawingml/2006/main">
              <a:ext uri="{FF2B5EF4-FFF2-40B4-BE49-F238E27FC236}">
                <a16:creationId xmlns:a16="http://schemas.microsoft.com/office/drawing/2014/main" id="{0DDCC11F-2836-4149-BD80-172A6A8F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13    2026-10-18    v1.0</a:t>
            </a:r>
          </a:p>
        </p:txBody>
      </p:sp>
      <p:sp>
        <p:nvSpPr>
          <p:cNvPr id="11" name="object-472">
            <a:extLst xmlns:a="http://schemas.openxmlformats.org/drawingml/2006/main">
              <a:ext uri="{FF2B5EF4-FFF2-40B4-BE49-F238E27FC236}">
                <a16:creationId xmlns:a16="http://schemas.microsoft.com/office/drawing/2014/main" id="{3C8C8D1C-F1BC-40F8-A8D5-A5F8B451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CampusRAG</a:t>
            </a:r>
          </a:p>
        </p:txBody>
      </p:sp>
      <p:sp>
        <p:nvSpPr>
          <p:cNvPr id="12" name="object-473">
            <a:extLst xmlns:a="http://schemas.openxmlformats.org/drawingml/2006/main">
              <a:ext uri="{FF2B5EF4-FFF2-40B4-BE49-F238E27FC236}">
                <a16:creationId xmlns:a16="http://schemas.microsoft.com/office/drawing/2014/main" id="{80DFE443-4996-431E-BE88-849531E3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13" name="object-474">
            <a:extLst xmlns:a="http://schemas.openxmlformats.org/drawingml/2006/main">
              <a:ext uri="{FF2B5EF4-FFF2-40B4-BE49-F238E27FC236}">
                <a16:creationId xmlns:a16="http://schemas.microsoft.com/office/drawing/2014/main" id="{D7E590E9-C9D0-4638-B647-E617CE2D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475">
            <a:extLst xmlns:a="http://schemas.openxmlformats.org/drawingml/2006/main">
              <a:ext uri="{FF2B5EF4-FFF2-40B4-BE49-F238E27FC236}">
                <a16:creationId xmlns:a16="http://schemas.microsoft.com/office/drawing/2014/main" id="{964CF91A-27FD-4607-808C-7CBAF0CC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476">
            <a:extLst xmlns:a="http://schemas.openxmlformats.org/drawingml/2006/main">
              <a:ext uri="{FF2B5EF4-FFF2-40B4-BE49-F238E27FC236}">
                <a16:creationId xmlns:a16="http://schemas.microsoft.com/office/drawing/2014/main" id="{241FAC8D-9F90-435A-AA15-632958F2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477">
            <a:extLst xmlns:a="http://schemas.openxmlformats.org/drawingml/2006/main">
              <a:ext uri="{FF2B5EF4-FFF2-40B4-BE49-F238E27FC236}">
                <a16:creationId xmlns:a16="http://schemas.microsoft.com/office/drawing/2014/main" id="{26DD0EA0-5DC9-40C0-859C-84F7212B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478">
            <a:extLst xmlns:a="http://schemas.openxmlformats.org/drawingml/2006/main">
              <a:ext uri="{FF2B5EF4-FFF2-40B4-BE49-F238E27FC236}">
                <a16:creationId xmlns:a16="http://schemas.microsoft.com/office/drawing/2014/main" id="{4B5CB09E-8654-49D6-9FCE-1B5BC8BE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HTTP 503은 서비스 준비 또는 일시 불가로 안내한다.</a:t>
            </a:r>
          </a:p>
        </p:txBody>
      </p:sp>
      <p:sp>
        <p:nvSpPr>
          <p:cNvPr id="18" name="object-479">
            <a:extLst xmlns:a="http://schemas.openxmlformats.org/drawingml/2006/main">
              <a:ext uri="{FF2B5EF4-FFF2-40B4-BE49-F238E27FC236}">
                <a16:creationId xmlns:a16="http://schemas.microsoft.com/office/drawing/2014/main" id="{BB260CF9-6E9A-4890-A728-4B505F96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480">
            <a:extLst xmlns:a="http://schemas.openxmlformats.org/drawingml/2006/main">
              <a:ext uri="{FF2B5EF4-FFF2-40B4-BE49-F238E27FC236}">
                <a16:creationId xmlns:a16="http://schemas.microsoft.com/office/drawing/2014/main" id="{42EE58DC-3713-45F0-9DAE-F1E42BF3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481">
            <a:extLst xmlns:a="http://schemas.openxmlformats.org/drawingml/2006/main">
              <a:ext uri="{FF2B5EF4-FFF2-40B4-BE49-F238E27FC236}">
                <a16:creationId xmlns:a16="http://schemas.microsoft.com/office/drawing/2014/main" id="{935D573F-4EA7-4FBC-B0D3-CC077E07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HTTP 504는 대기 초과, 기타 5xx는 서버 오류로 안내한다.</a:t>
            </a:r>
          </a:p>
        </p:txBody>
      </p:sp>
      <p:sp>
        <p:nvSpPr>
          <p:cNvPr id="21" name="object-482">
            <a:extLst xmlns:a="http://schemas.openxmlformats.org/drawingml/2006/main">
              <a:ext uri="{FF2B5EF4-FFF2-40B4-BE49-F238E27FC236}">
                <a16:creationId xmlns:a16="http://schemas.microsoft.com/office/drawing/2014/main" id="{F50511E7-20DD-4473-902D-C8E9292D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483">
            <a:extLst xmlns:a="http://schemas.openxmlformats.org/drawingml/2006/main">
              <a:ext uri="{FF2B5EF4-FFF2-40B4-BE49-F238E27FC236}">
                <a16:creationId xmlns:a16="http://schemas.microsoft.com/office/drawing/2014/main" id="{47FEFC43-8D8C-437E-B93F-2965E1BE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484">
            <a:extLst xmlns:a="http://schemas.openxmlformats.org/drawingml/2006/main">
              <a:ext uri="{FF2B5EF4-FFF2-40B4-BE49-F238E27FC236}">
                <a16:creationId xmlns:a16="http://schemas.microsoft.com/office/drawing/2014/main" id="{EBBFE35C-1497-449E-9BF8-ADC54D50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4xx는 질문 확인 안내, 연결 실패는 인터넷 확인 안내를 표시한다.</a:t>
            </a:r>
          </a:p>
        </p:txBody>
      </p:sp>
      <p:sp>
        <p:nvSpPr>
          <p:cNvPr id="24" name="object-485">
            <a:extLst xmlns:a="http://schemas.openxmlformats.org/drawingml/2006/main">
              <a:ext uri="{FF2B5EF4-FFF2-40B4-BE49-F238E27FC236}">
                <a16:creationId xmlns:a16="http://schemas.microsoft.com/office/drawing/2014/main" id="{AA41DE80-AE5A-431E-929D-EEB86546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486">
            <a:extLst xmlns:a="http://schemas.openxmlformats.org/drawingml/2006/main">
              <a:ext uri="{FF2B5EF4-FFF2-40B4-BE49-F238E27FC236}">
                <a16:creationId xmlns:a16="http://schemas.microsoft.com/office/drawing/2014/main" id="{799D617E-DB6D-4212-8914-BA410396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487">
            <a:extLst xmlns:a="http://schemas.openxmlformats.org/drawingml/2006/main">
              <a:ext uri="{FF2B5EF4-FFF2-40B4-BE49-F238E27FC236}">
                <a16:creationId xmlns:a16="http://schemas.microsoft.com/office/drawing/2014/main" id="{43072F19-29D7-4397-96C4-4091A569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오류 후 typing을 해제한다. 실패한 질문은 사용자 말풍선에 남는다.</a:t>
            </a:r>
          </a:p>
        </p:txBody>
      </p:sp>
      <p:sp>
        <p:nvSpPr>
          <p:cNvPr id="27" name="object-488">
            <a:extLst xmlns:a="http://schemas.openxmlformats.org/drawingml/2006/main">
              <a:ext uri="{FF2B5EF4-FFF2-40B4-BE49-F238E27FC236}">
                <a16:creationId xmlns:a16="http://schemas.microsoft.com/office/drawing/2014/main" id="{EDC94FC0-B7A9-4CA7-A0B1-6095432F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489">
            <a:extLst xmlns:a="http://schemas.openxmlformats.org/drawingml/2006/main">
              <a:ext uri="{FF2B5EF4-FFF2-40B4-BE49-F238E27FC236}">
                <a16:creationId xmlns:a16="http://schemas.microsoft.com/office/drawing/2014/main" id="{845C050E-FA76-46D9-976B-2F772AF5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</a:t>
            </a:r>
          </a:p>
        </p:txBody>
      </p:sp>
      <p:sp>
        <p:nvSpPr>
          <p:cNvPr id="29" name="object-490">
            <a:extLst xmlns:a="http://schemas.openxmlformats.org/drawingml/2006/main">
              <a:ext uri="{FF2B5EF4-FFF2-40B4-BE49-F238E27FC236}">
                <a16:creationId xmlns:a16="http://schemas.microsoft.com/office/drawing/2014/main" id="{6E9213DB-A174-455F-BBE9-2CFFF468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FR-006</a:t>
            </a:r>
          </a:p>
        </p:txBody>
      </p:sp>
      <p:sp>
        <p:nvSpPr>
          <p:cNvPr id="30" name="object-491">
            <a:extLst xmlns:a="http://schemas.openxmlformats.org/drawingml/2006/main">
              <a:ext uri="{FF2B5EF4-FFF2-40B4-BE49-F238E27FC236}">
                <a16:creationId xmlns:a16="http://schemas.microsoft.com/office/drawing/2014/main" id="{FFA6E4F4-2E6A-4057-9CD1-64CF885F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492">
            <a:extLst xmlns:a="http://schemas.openxmlformats.org/drawingml/2006/main">
              <a:ext uri="{FF2B5EF4-FFF2-40B4-BE49-F238E27FC236}">
                <a16:creationId xmlns:a16="http://schemas.microsoft.com/office/drawing/2014/main" id="{CC2A4EC8-1C19-40EC-8EDC-F20F6D07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493">
            <a:extLst xmlns:a="http://schemas.openxmlformats.org/drawingml/2006/main">
              <a:ext uri="{FF2B5EF4-FFF2-40B4-BE49-F238E27FC236}">
                <a16:creationId xmlns:a16="http://schemas.microsoft.com/office/drawing/2014/main" id="{BF9E192C-94D0-4080-985B-5F812073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</a:t>
            </a:r>
          </a:p>
        </p:txBody>
      </p:sp>
      <p:sp>
        <p:nvSpPr>
          <p:cNvPr id="33" name="object-494">
            <a:extLst xmlns:a="http://schemas.openxmlformats.org/drawingml/2006/main">
              <a:ext uri="{FF2B5EF4-FFF2-40B4-BE49-F238E27FC236}">
                <a16:creationId xmlns:a16="http://schemas.microsoft.com/office/drawing/2014/main" id="{49B0E6CE-22A9-4581-8045-9E6145D2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495">
            <a:extLst xmlns:a="http://schemas.openxmlformats.org/drawingml/2006/main">
              <a:ext uri="{FF2B5EF4-FFF2-40B4-BE49-F238E27FC236}">
                <a16:creationId xmlns:a16="http://schemas.microsoft.com/office/drawing/2014/main" id="{B9C736AF-B72A-4152-A89E-2BDE1BCA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496">
            <a:extLst xmlns:a="http://schemas.openxmlformats.org/drawingml/2006/main">
              <a:ext uri="{FF2B5EF4-FFF2-40B4-BE49-F238E27FC236}">
                <a16:creationId xmlns:a16="http://schemas.microsoft.com/office/drawing/2014/main" id="{D50A4974-98A7-461E-96F3-A4B0797A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497">
            <a:extLst xmlns:a="http://schemas.openxmlformats.org/drawingml/2006/main">
              <a:ext uri="{FF2B5EF4-FFF2-40B4-BE49-F238E27FC236}">
                <a16:creationId xmlns:a16="http://schemas.microsoft.com/office/drawing/2014/main" id="{D2F150C9-054B-45FF-A7BA-F700BBC5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498">
            <a:extLst xmlns:a="http://schemas.openxmlformats.org/drawingml/2006/main">
              <a:ext uri="{FF2B5EF4-FFF2-40B4-BE49-F238E27FC236}">
                <a16:creationId xmlns:a16="http://schemas.microsoft.com/office/drawing/2014/main" id="{AC3A8ADB-EFE4-46F0-96B3-5121E349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499">
            <a:extLst xmlns:a="http://schemas.openxmlformats.org/drawingml/2006/main">
              <a:ext uri="{FF2B5EF4-FFF2-40B4-BE49-F238E27FC236}">
                <a16:creationId xmlns:a16="http://schemas.microsoft.com/office/drawing/2014/main" id="{7A9DFEEF-BD6F-4737-B635-944B48F6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500">
            <a:extLst xmlns:a="http://schemas.openxmlformats.org/drawingml/2006/main">
              <a:ext uri="{FF2B5EF4-FFF2-40B4-BE49-F238E27FC236}">
                <a16:creationId xmlns:a16="http://schemas.microsoft.com/office/drawing/2014/main" id="{6AF72C6F-8ABA-4958-8775-E3815ABC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66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40" name="object-501">
            <a:extLst xmlns:a="http://schemas.openxmlformats.org/drawingml/2006/main">
              <a:ext uri="{FF2B5EF4-FFF2-40B4-BE49-F238E27FC236}">
                <a16:creationId xmlns:a16="http://schemas.microsoft.com/office/drawing/2014/main" id="{7ED8A42C-8E9D-4718-9ABF-68AC3A3F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66925"/>
            <a:ext cx="74961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991B1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99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991B1B"/>
                </a:solidFill>
                <a:latin typeface="Malgun Gothic"/>
                <a:ea typeface="Malgun Gothic"/>
                <a:cs typeface="Malgun Gothic"/>
              </a:rPr>
              <a:t>서버에 연결할 수 없습니다. 인터넷 연결을 확인하고 잠시 후 다시 시도해 주세요.</a:t>
            </a:r>
          </a:p>
        </p:txBody>
      </p:sp>
      <p:sp>
        <p:nvSpPr>
          <p:cNvPr id="41" name="object-502">
            <a:extLst xmlns:a="http://schemas.openxmlformats.org/drawingml/2006/main">
              <a:ext uri="{FF2B5EF4-FFF2-40B4-BE49-F238E27FC236}">
                <a16:creationId xmlns:a16="http://schemas.microsoft.com/office/drawing/2014/main" id="{33CDADD4-893F-4C5B-BE8D-02AB5F4F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7629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표시 예시: 연결 실패</a:t>
            </a:r>
          </a:p>
        </p:txBody>
      </p:sp>
      <p:sp>
        <p:nvSpPr>
          <p:cNvPr id="42" name="object-503">
            <a:extLst xmlns:a="http://schemas.openxmlformats.org/drawingml/2006/main">
              <a:ext uri="{FF2B5EF4-FFF2-40B4-BE49-F238E27FC236}">
                <a16:creationId xmlns:a16="http://schemas.microsoft.com/office/drawing/2014/main" id="{D8A3C2FA-86CC-443F-B82B-2CD0526F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object-504">
            <a:extLst xmlns:a="http://schemas.openxmlformats.org/drawingml/2006/main">
              <a:ext uri="{FF2B5EF4-FFF2-40B4-BE49-F238E27FC236}">
                <a16:creationId xmlns:a16="http://schemas.microsoft.com/office/drawing/2014/main" id="{B3BA07D4-FE73-42E2-BC0C-A02C1E56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4" name="object-505">
            <a:extLst xmlns:a="http://schemas.openxmlformats.org/drawingml/2006/main">
              <a:ext uri="{FF2B5EF4-FFF2-40B4-BE49-F238E27FC236}">
                <a16:creationId xmlns:a16="http://schemas.microsoft.com/office/drawing/2014/main" id="{38E00963-E090-40EF-A9FE-2D636BE6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object-506">
            <a:extLst xmlns:a="http://schemas.openxmlformats.org/drawingml/2006/main">
              <a:ext uri="{FF2B5EF4-FFF2-40B4-BE49-F238E27FC236}">
                <a16:creationId xmlns:a16="http://schemas.microsoft.com/office/drawing/2014/main" id="{6EA7F4D5-4A3D-4C8D-B67F-984E9C98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6" name="object-507">
            <a:extLst xmlns:a="http://schemas.openxmlformats.org/drawingml/2006/main">
              <a:ext uri="{FF2B5EF4-FFF2-40B4-BE49-F238E27FC236}">
                <a16:creationId xmlns:a16="http://schemas.microsoft.com/office/drawing/2014/main" id="{4D0A2E04-8DB8-475D-83E2-E4A7F891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object-508">
            <a:extLst xmlns:a="http://schemas.openxmlformats.org/drawingml/2006/main">
              <a:ext uri="{FF2B5EF4-FFF2-40B4-BE49-F238E27FC236}">
                <a16:creationId xmlns:a16="http://schemas.microsoft.com/office/drawing/2014/main" id="{E70CE2A6-7BEF-43F5-B0D0-832104D4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8" name="object-509">
            <a:extLst xmlns:a="http://schemas.openxmlformats.org/drawingml/2006/main">
              <a:ext uri="{FF2B5EF4-FFF2-40B4-BE49-F238E27FC236}">
                <a16:creationId xmlns:a16="http://schemas.microsoft.com/office/drawing/2014/main" id="{2F457C70-D7F7-4616-ADAA-C899E43C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object-510">
            <a:extLst xmlns:a="http://schemas.openxmlformats.org/drawingml/2006/main">
              <a:ext uri="{FF2B5EF4-FFF2-40B4-BE49-F238E27FC236}">
                <a16:creationId xmlns:a16="http://schemas.microsoft.com/office/drawing/2014/main" id="{1004DA13-00A7-43B9-BB90-4BF105C6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52621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object-511">
            <a:extLst xmlns:a="http://schemas.openxmlformats.org/drawingml/2006/main">
              <a:ext uri="{FF2B5EF4-FFF2-40B4-BE49-F238E27FC236}">
                <a16:creationId xmlns:a16="http://schemas.microsoft.com/office/drawing/2014/main" id="{110802B0-4B67-41D1-8BD0-E16338F4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512">
            <a:extLst xmlns:a="http://schemas.openxmlformats.org/drawingml/2006/main">
              <a:ext uri="{FF2B5EF4-FFF2-40B4-BE49-F238E27FC236}">
                <a16:creationId xmlns:a16="http://schemas.microsoft.com/office/drawing/2014/main" id="{4ADB810A-A3EF-4D48-A310-3E821FFA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513">
            <a:extLst xmlns:a="http://schemas.openxmlformats.org/drawingml/2006/main">
              <a:ext uri="{FF2B5EF4-FFF2-40B4-BE49-F238E27FC236}">
                <a16:creationId xmlns:a16="http://schemas.microsoft.com/office/drawing/2014/main" id="{C7663EE9-2A94-4F42-B492-84960D6C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514">
            <a:extLst xmlns:a="http://schemas.openxmlformats.org/drawingml/2006/main">
              <a:ext uri="{FF2B5EF4-FFF2-40B4-BE49-F238E27FC236}">
                <a16:creationId xmlns:a16="http://schemas.microsoft.com/office/drawing/2014/main" id="{50D98258-F544-4812-8927-26EAA2AF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515">
            <a:extLst xmlns:a="http://schemas.openxmlformats.org/drawingml/2006/main">
              <a:ext uri="{FF2B5EF4-FFF2-40B4-BE49-F238E27FC236}">
                <a16:creationId xmlns:a16="http://schemas.microsoft.com/office/drawing/2014/main" id="{2CE0E399-69C2-42A4-98F9-8E4AB629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대화 초기화</a:t>
            </a:r>
          </a:p>
        </p:txBody>
      </p:sp>
      <p:sp>
        <p:nvSpPr>
          <p:cNvPr id="6" name="object-516">
            <a:extLst xmlns:a="http://schemas.openxmlformats.org/drawingml/2006/main">
              <a:ext uri="{FF2B5EF4-FFF2-40B4-BE49-F238E27FC236}">
                <a16:creationId xmlns:a16="http://schemas.microsoft.com/office/drawing/2014/main" id="{7EC540D9-A8F1-49F1-8C54-A6CF0110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517">
            <a:extLst xmlns:a="http://schemas.openxmlformats.org/drawingml/2006/main">
              <a:ext uri="{FF2B5EF4-FFF2-40B4-BE49-F238E27FC236}">
                <a16:creationId xmlns:a16="http://schemas.microsoft.com/office/drawing/2014/main" id="{B407827B-1C85-439B-AB16-2B625A5A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</a:t>
            </a:r>
          </a:p>
        </p:txBody>
      </p:sp>
      <p:sp>
        <p:nvSpPr>
          <p:cNvPr id="8" name="object-518">
            <a:extLst xmlns:a="http://schemas.openxmlformats.org/drawingml/2006/main">
              <a:ext uri="{FF2B5EF4-FFF2-40B4-BE49-F238E27FC236}">
                <a16:creationId xmlns:a16="http://schemas.microsoft.com/office/drawing/2014/main" id="{D02D2F83-7447-41CA-B1DA-5A2A3015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519">
            <a:extLst xmlns:a="http://schemas.openxmlformats.org/drawingml/2006/main">
              <a:ext uri="{FF2B5EF4-FFF2-40B4-BE49-F238E27FC236}">
                <a16:creationId xmlns:a16="http://schemas.microsoft.com/office/drawing/2014/main" id="{8320E37E-4925-44A4-A370-AA51BF04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UI-009</a:t>
            </a:r>
          </a:p>
        </p:txBody>
      </p:sp>
      <p:sp>
        <p:nvSpPr>
          <p:cNvPr id="10" name="object-520">
            <a:extLst xmlns:a="http://schemas.openxmlformats.org/drawingml/2006/main">
              <a:ext uri="{FF2B5EF4-FFF2-40B4-BE49-F238E27FC236}">
                <a16:creationId xmlns:a16="http://schemas.microsoft.com/office/drawing/2014/main" id="{E06D4618-41FC-4FB9-9649-B0222326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14    2026-10-18    v1.0</a:t>
            </a:r>
          </a:p>
        </p:txBody>
      </p:sp>
      <p:sp>
        <p:nvSpPr>
          <p:cNvPr id="11" name="object-521">
            <a:extLst xmlns:a="http://schemas.openxmlformats.org/drawingml/2006/main">
              <a:ext uri="{FF2B5EF4-FFF2-40B4-BE49-F238E27FC236}">
                <a16:creationId xmlns:a16="http://schemas.microsoft.com/office/drawing/2014/main" id="{108B896E-AF08-4B7D-8D57-936DA499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CampusRAG</a:t>
            </a:r>
          </a:p>
        </p:txBody>
      </p:sp>
      <p:sp>
        <p:nvSpPr>
          <p:cNvPr id="12" name="object-522">
            <a:extLst xmlns:a="http://schemas.openxmlformats.org/drawingml/2006/main">
              <a:ext uri="{FF2B5EF4-FFF2-40B4-BE49-F238E27FC236}">
                <a16:creationId xmlns:a16="http://schemas.microsoft.com/office/drawing/2014/main" id="{B681C49D-1C42-420B-BEA9-ECB93680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13" name="object-523">
            <a:extLst xmlns:a="http://schemas.openxmlformats.org/drawingml/2006/main">
              <a:ext uri="{FF2B5EF4-FFF2-40B4-BE49-F238E27FC236}">
                <a16:creationId xmlns:a16="http://schemas.microsoft.com/office/drawing/2014/main" id="{EC030A04-F373-4C3C-8B75-FCA054C3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524">
            <a:extLst xmlns:a="http://schemas.openxmlformats.org/drawingml/2006/main">
              <a:ext uri="{FF2B5EF4-FFF2-40B4-BE49-F238E27FC236}">
                <a16:creationId xmlns:a16="http://schemas.microsoft.com/office/drawing/2014/main" id="{FBDA0768-2916-4997-9A9F-91627530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525">
            <a:extLst xmlns:a="http://schemas.openxmlformats.org/drawingml/2006/main">
              <a:ext uri="{FF2B5EF4-FFF2-40B4-BE49-F238E27FC236}">
                <a16:creationId xmlns:a16="http://schemas.microsoft.com/office/drawing/2014/main" id="{D7C92607-D959-4385-A390-94C2EB77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526">
            <a:extLst xmlns:a="http://schemas.openxmlformats.org/drawingml/2006/main">
              <a:ext uri="{FF2B5EF4-FFF2-40B4-BE49-F238E27FC236}">
                <a16:creationId xmlns:a16="http://schemas.microsoft.com/office/drawing/2014/main" id="{6C9B86B1-CF78-4FAF-8FE8-50DAE2CE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527">
            <a:extLst xmlns:a="http://schemas.openxmlformats.org/drawingml/2006/main">
              <a:ext uri="{FF2B5EF4-FFF2-40B4-BE49-F238E27FC236}">
                <a16:creationId xmlns:a16="http://schemas.microsoft.com/office/drawing/2014/main" id="{07AA92AE-7D67-492C-8422-4DA741ED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초기화 클릭 시 messages를 INITIAL_MESSAGES로 되돌린다.</a:t>
            </a:r>
          </a:p>
        </p:txBody>
      </p:sp>
      <p:sp>
        <p:nvSpPr>
          <p:cNvPr id="18" name="object-528">
            <a:extLst xmlns:a="http://schemas.openxmlformats.org/drawingml/2006/main">
              <a:ext uri="{FF2B5EF4-FFF2-40B4-BE49-F238E27FC236}">
                <a16:creationId xmlns:a16="http://schemas.microsoft.com/office/drawing/2014/main" id="{015E7097-F462-4544-AF8F-508D51EA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529">
            <a:extLst xmlns:a="http://schemas.openxmlformats.org/drawingml/2006/main">
              <a:ext uri="{FF2B5EF4-FFF2-40B4-BE49-F238E27FC236}">
                <a16:creationId xmlns:a16="http://schemas.microsoft.com/office/drawing/2014/main" id="{3FC7E904-CBE0-4BA1-BAAF-BEC327F2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530">
            <a:extLst xmlns:a="http://schemas.openxmlformats.org/drawingml/2006/main">
              <a:ext uri="{FF2B5EF4-FFF2-40B4-BE49-F238E27FC236}">
                <a16:creationId xmlns:a16="http://schemas.microsoft.com/office/drawing/2014/main" id="{193A23D4-6A50-4FBE-BE57-FD9EBAD7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입력과 대기 상태도 비운다. 브라우저 저장소에 보관하지 않는다.</a:t>
            </a:r>
          </a:p>
        </p:txBody>
      </p:sp>
      <p:sp>
        <p:nvSpPr>
          <p:cNvPr id="21" name="object-531">
            <a:extLst xmlns:a="http://schemas.openxmlformats.org/drawingml/2006/main">
              <a:ext uri="{FF2B5EF4-FFF2-40B4-BE49-F238E27FC236}">
                <a16:creationId xmlns:a16="http://schemas.microsoft.com/office/drawing/2014/main" id="{D80CCFFD-DDA9-44BC-8BC9-6971B733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532">
            <a:extLst xmlns:a="http://schemas.openxmlformats.org/drawingml/2006/main">
              <a:ext uri="{FF2B5EF4-FFF2-40B4-BE49-F238E27FC236}">
                <a16:creationId xmlns:a16="http://schemas.microsoft.com/office/drawing/2014/main" id="{F43AFFDA-E116-4E4D-A593-921D303E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533">
            <a:extLst xmlns:a="http://schemas.openxmlformats.org/drawingml/2006/main">
              <a:ext uri="{FF2B5EF4-FFF2-40B4-BE49-F238E27FC236}">
                <a16:creationId xmlns:a16="http://schemas.microsoft.com/office/drawing/2014/main" id="{03704E50-4381-4E6F-8D0C-325C1469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별도 확인 팝업은 없다. 초기 예시 질문을 다시 제공한다.</a:t>
            </a:r>
          </a:p>
        </p:txBody>
      </p:sp>
      <p:sp>
        <p:nvSpPr>
          <p:cNvPr id="24" name="object-534">
            <a:extLst xmlns:a="http://schemas.openxmlformats.org/drawingml/2006/main">
              <a:ext uri="{FF2B5EF4-FFF2-40B4-BE49-F238E27FC236}">
                <a16:creationId xmlns:a16="http://schemas.microsoft.com/office/drawing/2014/main" id="{EF671A18-6CA9-4AFD-8CFA-D3CBD367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535">
            <a:extLst xmlns:a="http://schemas.openxmlformats.org/drawingml/2006/main">
              <a:ext uri="{FF2B5EF4-FFF2-40B4-BE49-F238E27FC236}">
                <a16:creationId xmlns:a16="http://schemas.microsoft.com/office/drawing/2014/main" id="{B081BFCE-4DE7-4072-A2D5-3B4C4709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536">
            <a:extLst xmlns:a="http://schemas.openxmlformats.org/drawingml/2006/main">
              <a:ext uri="{FF2B5EF4-FFF2-40B4-BE49-F238E27FC236}">
                <a16:creationId xmlns:a16="http://schemas.microsoft.com/office/drawing/2014/main" id="{5C32DA34-ADCF-4C17-B5F5-F6CF2861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처리 중 요청 자체는 취소하지 않는다. 늦은 응답 차단은 추가 보완 항목이다.</a:t>
            </a:r>
          </a:p>
        </p:txBody>
      </p:sp>
      <p:sp>
        <p:nvSpPr>
          <p:cNvPr id="27" name="object-537">
            <a:extLst xmlns:a="http://schemas.openxmlformats.org/drawingml/2006/main">
              <a:ext uri="{FF2B5EF4-FFF2-40B4-BE49-F238E27FC236}">
                <a16:creationId xmlns:a16="http://schemas.microsoft.com/office/drawing/2014/main" id="{6D5B7A4C-0AF3-4F56-9933-2A0139C0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538">
            <a:extLst xmlns:a="http://schemas.openxmlformats.org/drawingml/2006/main">
              <a:ext uri="{FF2B5EF4-FFF2-40B4-BE49-F238E27FC236}">
                <a16:creationId xmlns:a16="http://schemas.microsoft.com/office/drawing/2014/main" id="{65B99C3E-F3C2-48B3-8859-8E5CDECC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 및 경쟁상태 보완 필요</a:t>
            </a:r>
          </a:p>
        </p:txBody>
      </p:sp>
      <p:sp>
        <p:nvSpPr>
          <p:cNvPr id="29" name="object-539">
            <a:extLst xmlns:a="http://schemas.openxmlformats.org/drawingml/2006/main">
              <a:ext uri="{FF2B5EF4-FFF2-40B4-BE49-F238E27FC236}">
                <a16:creationId xmlns:a16="http://schemas.microsoft.com/office/drawing/2014/main" id="{53C83F9B-7329-49D6-8936-6FBF62CB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FR-002</a:t>
            </a:r>
          </a:p>
        </p:txBody>
      </p:sp>
      <p:sp>
        <p:nvSpPr>
          <p:cNvPr id="30" name="object-540">
            <a:extLst xmlns:a="http://schemas.openxmlformats.org/drawingml/2006/main">
              <a:ext uri="{FF2B5EF4-FFF2-40B4-BE49-F238E27FC236}">
                <a16:creationId xmlns:a16="http://schemas.microsoft.com/office/drawing/2014/main" id="{640CC3B0-40F5-40FE-9566-13578219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541">
            <a:extLst xmlns:a="http://schemas.openxmlformats.org/drawingml/2006/main">
              <a:ext uri="{FF2B5EF4-FFF2-40B4-BE49-F238E27FC236}">
                <a16:creationId xmlns:a16="http://schemas.microsoft.com/office/drawing/2014/main" id="{7CCE4AA2-FB11-435B-838D-E496AB90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542">
            <a:extLst xmlns:a="http://schemas.openxmlformats.org/drawingml/2006/main">
              <a:ext uri="{FF2B5EF4-FFF2-40B4-BE49-F238E27FC236}">
                <a16:creationId xmlns:a16="http://schemas.microsoft.com/office/drawing/2014/main" id="{D9C77B56-44F1-4905-8F43-151528F8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</a:t>
            </a:r>
          </a:p>
        </p:txBody>
      </p:sp>
      <p:sp>
        <p:nvSpPr>
          <p:cNvPr id="33" name="object-543">
            <a:extLst xmlns:a="http://schemas.openxmlformats.org/drawingml/2006/main">
              <a:ext uri="{FF2B5EF4-FFF2-40B4-BE49-F238E27FC236}">
                <a16:creationId xmlns:a16="http://schemas.microsoft.com/office/drawing/2014/main" id="{DBF79E3A-28DD-4584-8F64-C8AF38DC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544">
            <a:extLst xmlns:a="http://schemas.openxmlformats.org/drawingml/2006/main">
              <a:ext uri="{FF2B5EF4-FFF2-40B4-BE49-F238E27FC236}">
                <a16:creationId xmlns:a16="http://schemas.microsoft.com/office/drawing/2014/main" id="{FCEBE789-F65A-458E-8617-E360BEFE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545">
            <a:extLst xmlns:a="http://schemas.openxmlformats.org/drawingml/2006/main">
              <a:ext uri="{FF2B5EF4-FFF2-40B4-BE49-F238E27FC236}">
                <a16:creationId xmlns:a16="http://schemas.microsoft.com/office/drawing/2014/main" id="{8F692704-AD4E-46F5-BD0D-0EB697E6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546">
            <a:extLst xmlns:a="http://schemas.openxmlformats.org/drawingml/2006/main">
              <a:ext uri="{FF2B5EF4-FFF2-40B4-BE49-F238E27FC236}">
                <a16:creationId xmlns:a16="http://schemas.microsoft.com/office/drawing/2014/main" id="{4E2166B1-9CA6-4461-B724-5093B4B3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547">
            <a:extLst xmlns:a="http://schemas.openxmlformats.org/drawingml/2006/main">
              <a:ext uri="{FF2B5EF4-FFF2-40B4-BE49-F238E27FC236}">
                <a16:creationId xmlns:a16="http://schemas.microsoft.com/office/drawing/2014/main" id="{DDA626DF-3468-4A1E-9BB8-4139EDA0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548">
            <a:extLst xmlns:a="http://schemas.openxmlformats.org/drawingml/2006/main">
              <a:ext uri="{FF2B5EF4-FFF2-40B4-BE49-F238E27FC236}">
                <a16:creationId xmlns:a16="http://schemas.microsoft.com/office/drawing/2014/main" id="{AA6263A7-DA27-4C81-B0AC-76281F4A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549">
            <a:extLst xmlns:a="http://schemas.openxmlformats.org/drawingml/2006/main">
              <a:ext uri="{FF2B5EF4-FFF2-40B4-BE49-F238E27FC236}">
                <a16:creationId xmlns:a16="http://schemas.microsoft.com/office/drawing/2014/main" id="{7817DCAD-4046-4483-9EA1-AC289443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766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object-550">
            <a:extLst xmlns:a="http://schemas.openxmlformats.org/drawingml/2006/main">
              <a:ext uri="{FF2B5EF4-FFF2-40B4-BE49-F238E27FC236}">
                <a16:creationId xmlns:a16="http://schemas.microsoft.com/office/drawing/2014/main" id="{7858617E-D4C1-4ACA-B47B-EA88216E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24050"/>
            <a:ext cx="74961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안녕하세요! 한성대학교 공지 챗봇 CampusRAG입니다.</a:t>
            </a:r>
          </a:p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학사, 장학, 학교 생활에 대해 궁금한 점을 물어보세요.</a:t>
            </a:r>
          </a:p>
        </p:txBody>
      </p:sp>
      <p:sp>
        <p:nvSpPr>
          <p:cNvPr id="41" name="object-551">
            <a:extLst xmlns:a="http://schemas.openxmlformats.org/drawingml/2006/main">
              <a:ext uri="{FF2B5EF4-FFF2-40B4-BE49-F238E27FC236}">
                <a16:creationId xmlns:a16="http://schemas.microsoft.com/office/drawing/2014/main" id="{E182B8CA-F2E6-4C3C-9606-537EF509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766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2" name="object-552">
            <a:extLst xmlns:a="http://schemas.openxmlformats.org/drawingml/2006/main">
              <a:ext uri="{FF2B5EF4-FFF2-40B4-BE49-F238E27FC236}">
                <a16:creationId xmlns:a16="http://schemas.microsoft.com/office/drawing/2014/main" id="{B320A20F-2AAA-4D44-B150-6C6CED91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00400"/>
            <a:ext cx="7610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2026학년도 수강신청 일정 알려줘</a:t>
            </a:r>
          </a:p>
        </p:txBody>
      </p:sp>
      <p:sp>
        <p:nvSpPr>
          <p:cNvPr id="43" name="object-553">
            <a:extLst xmlns:a="http://schemas.openxmlformats.org/drawingml/2006/main">
              <a:ext uri="{FF2B5EF4-FFF2-40B4-BE49-F238E27FC236}">
                <a16:creationId xmlns:a16="http://schemas.microsoft.com/office/drawing/2014/main" id="{58CB258C-616B-4490-BCCD-E9A49491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766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4" name="object-554">
            <a:extLst xmlns:a="http://schemas.openxmlformats.org/drawingml/2006/main">
              <a:ext uri="{FF2B5EF4-FFF2-40B4-BE49-F238E27FC236}">
                <a16:creationId xmlns:a16="http://schemas.microsoft.com/office/drawing/2014/main" id="{6E8D77C9-BE9B-4BD9-AB01-36CB0BD4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14750"/>
            <a:ext cx="7610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국가장학금 신청 기간과 가구원 동의 기간</a:t>
            </a:r>
          </a:p>
        </p:txBody>
      </p:sp>
      <p:sp>
        <p:nvSpPr>
          <p:cNvPr id="45" name="object-555">
            <a:extLst xmlns:a="http://schemas.openxmlformats.org/drawingml/2006/main">
              <a:ext uri="{FF2B5EF4-FFF2-40B4-BE49-F238E27FC236}">
                <a16:creationId xmlns:a16="http://schemas.microsoft.com/office/drawing/2014/main" id="{79F26845-C67D-4B37-A17C-3834796B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766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6" name="object-556">
            <a:extLst xmlns:a="http://schemas.openxmlformats.org/drawingml/2006/main">
              <a:ext uri="{FF2B5EF4-FFF2-40B4-BE49-F238E27FC236}">
                <a16:creationId xmlns:a16="http://schemas.microsoft.com/office/drawing/2014/main" id="{FA055EF8-82EF-4F61-8C7D-80830B7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29100"/>
            <a:ext cx="7610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전공연계 멘토링 참가자 신청</a:t>
            </a:r>
          </a:p>
        </p:txBody>
      </p:sp>
      <p:sp>
        <p:nvSpPr>
          <p:cNvPr id="47" name="object-557">
            <a:extLst xmlns:a="http://schemas.openxmlformats.org/drawingml/2006/main">
              <a:ext uri="{FF2B5EF4-FFF2-40B4-BE49-F238E27FC236}">
                <a16:creationId xmlns:a16="http://schemas.microsoft.com/office/drawing/2014/main" id="{6D89984F-F7AA-46D1-B4C3-57BA258A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bject-558">
            <a:extLst xmlns:a="http://schemas.openxmlformats.org/drawingml/2006/main">
              <a:ext uri="{FF2B5EF4-FFF2-40B4-BE49-F238E27FC236}">
                <a16:creationId xmlns:a16="http://schemas.microsoft.com/office/drawing/2014/main" id="{FC517D8B-81AA-4734-8EEC-C78796F0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9" name="object-559">
            <a:extLst xmlns:a="http://schemas.openxmlformats.org/drawingml/2006/main">
              <a:ext uri="{FF2B5EF4-FFF2-40B4-BE49-F238E27FC236}">
                <a16:creationId xmlns:a16="http://schemas.microsoft.com/office/drawing/2014/main" id="{CB2F1851-51ED-4180-B1E8-18724117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object-560">
            <a:extLst xmlns:a="http://schemas.openxmlformats.org/drawingml/2006/main">
              <a:ext uri="{FF2B5EF4-FFF2-40B4-BE49-F238E27FC236}">
                <a16:creationId xmlns:a16="http://schemas.microsoft.com/office/drawing/2014/main" id="{86877D7E-3768-4C11-A748-118E0769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1" name="object-561">
            <a:extLst xmlns:a="http://schemas.openxmlformats.org/drawingml/2006/main">
              <a:ext uri="{FF2B5EF4-FFF2-40B4-BE49-F238E27FC236}">
                <a16:creationId xmlns:a16="http://schemas.microsoft.com/office/drawing/2014/main" id="{CD0F2149-2D31-4822-9EDB-7D8A567E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object-562">
            <a:extLst xmlns:a="http://schemas.openxmlformats.org/drawingml/2006/main">
              <a:ext uri="{FF2B5EF4-FFF2-40B4-BE49-F238E27FC236}">
                <a16:creationId xmlns:a16="http://schemas.microsoft.com/office/drawing/2014/main" id="{288AAD44-31AF-4962-9B30-FA2F5B50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3" name="object-563">
            <a:extLst xmlns:a="http://schemas.openxmlformats.org/drawingml/2006/main">
              <a:ext uri="{FF2B5EF4-FFF2-40B4-BE49-F238E27FC236}">
                <a16:creationId xmlns:a16="http://schemas.microsoft.com/office/drawing/2014/main" id="{893036B3-7548-4D60-A664-C29FA31F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object-564">
            <a:extLst xmlns:a="http://schemas.openxmlformats.org/drawingml/2006/main">
              <a:ext uri="{FF2B5EF4-FFF2-40B4-BE49-F238E27FC236}">
                <a16:creationId xmlns:a16="http://schemas.microsoft.com/office/drawing/2014/main" id="{55F00151-7563-4394-A9E0-3538CA04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516599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object-565">
            <a:extLst xmlns:a="http://schemas.openxmlformats.org/drawingml/2006/main">
              <a:ext uri="{FF2B5EF4-FFF2-40B4-BE49-F238E27FC236}">
                <a16:creationId xmlns:a16="http://schemas.microsoft.com/office/drawing/2014/main" id="{3D91C98C-239D-4B0E-87E4-3E9E01A6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566">
            <a:extLst xmlns:a="http://schemas.openxmlformats.org/drawingml/2006/main">
              <a:ext uri="{FF2B5EF4-FFF2-40B4-BE49-F238E27FC236}">
                <a16:creationId xmlns:a16="http://schemas.microsoft.com/office/drawing/2014/main" id="{CC1BCC67-10FC-4D45-8B9A-859D404A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567">
            <a:extLst xmlns:a="http://schemas.openxmlformats.org/drawingml/2006/main">
              <a:ext uri="{FF2B5EF4-FFF2-40B4-BE49-F238E27FC236}">
                <a16:creationId xmlns:a16="http://schemas.microsoft.com/office/drawing/2014/main" id="{5FAF91D5-509C-4ACB-9D8D-7EA790E0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568">
            <a:extLst xmlns:a="http://schemas.openxmlformats.org/drawingml/2006/main">
              <a:ext uri="{FF2B5EF4-FFF2-40B4-BE49-F238E27FC236}">
                <a16:creationId xmlns:a16="http://schemas.microsoft.com/office/drawing/2014/main" id="{DFFB3A88-004D-4572-B5C0-99218E85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569">
            <a:extLst xmlns:a="http://schemas.openxmlformats.org/drawingml/2006/main">
              <a:ext uri="{FF2B5EF4-FFF2-40B4-BE49-F238E27FC236}">
                <a16:creationId xmlns:a16="http://schemas.microsoft.com/office/drawing/2014/main" id="{B8CD3D6E-6356-438E-B05F-7D7E7498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프로젝트 안내</a:t>
            </a:r>
          </a:p>
        </p:txBody>
      </p:sp>
      <p:sp>
        <p:nvSpPr>
          <p:cNvPr id="6" name="object-570">
            <a:extLst xmlns:a="http://schemas.openxmlformats.org/drawingml/2006/main">
              <a:ext uri="{FF2B5EF4-FFF2-40B4-BE49-F238E27FC236}">
                <a16:creationId xmlns:a16="http://schemas.microsoft.com/office/drawing/2014/main" id="{CD985103-81D2-4B34-BFCA-78168980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571">
            <a:extLst xmlns:a="http://schemas.openxmlformats.org/drawingml/2006/main">
              <a:ext uri="{FF2B5EF4-FFF2-40B4-BE49-F238E27FC236}">
                <a16:creationId xmlns:a16="http://schemas.microsoft.com/office/drawing/2014/main" id="{74BC1EF7-834C-454A-B111-324287E1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 &gt; 안내</a:t>
            </a:r>
          </a:p>
        </p:txBody>
      </p:sp>
      <p:sp>
        <p:nvSpPr>
          <p:cNvPr id="8" name="object-572">
            <a:extLst xmlns:a="http://schemas.openxmlformats.org/drawingml/2006/main">
              <a:ext uri="{FF2B5EF4-FFF2-40B4-BE49-F238E27FC236}">
                <a16:creationId xmlns:a16="http://schemas.microsoft.com/office/drawing/2014/main" id="{297FD297-9A6B-4116-99B1-A6E5603C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573">
            <a:extLst xmlns:a="http://schemas.openxmlformats.org/drawingml/2006/main">
              <a:ext uri="{FF2B5EF4-FFF2-40B4-BE49-F238E27FC236}">
                <a16:creationId xmlns:a16="http://schemas.microsoft.com/office/drawing/2014/main" id="{8B22DEC4-FF32-4B51-B2DC-B43B14FB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UI-010</a:t>
            </a:r>
          </a:p>
        </p:txBody>
      </p:sp>
      <p:sp>
        <p:nvSpPr>
          <p:cNvPr id="10" name="object-574">
            <a:extLst xmlns:a="http://schemas.openxmlformats.org/drawingml/2006/main">
              <a:ext uri="{FF2B5EF4-FFF2-40B4-BE49-F238E27FC236}">
                <a16:creationId xmlns:a16="http://schemas.microsoft.com/office/drawing/2014/main" id="{516837D4-FDB1-43F6-A1FC-DDADE965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15    2026-10-18    v1.0</a:t>
            </a:r>
          </a:p>
        </p:txBody>
      </p:sp>
      <p:sp>
        <p:nvSpPr>
          <p:cNvPr id="11" name="object-575">
            <a:extLst xmlns:a="http://schemas.openxmlformats.org/drawingml/2006/main">
              <a:ext uri="{FF2B5EF4-FFF2-40B4-BE49-F238E27FC236}">
                <a16:creationId xmlns:a16="http://schemas.microsoft.com/office/drawing/2014/main" id="{598C7298-BAE8-42E4-B7EE-0760128E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CampusRAG</a:t>
            </a:r>
          </a:p>
        </p:txBody>
      </p:sp>
      <p:sp>
        <p:nvSpPr>
          <p:cNvPr id="12" name="object-576">
            <a:extLst xmlns:a="http://schemas.openxmlformats.org/drawingml/2006/main">
              <a:ext uri="{FF2B5EF4-FFF2-40B4-BE49-F238E27FC236}">
                <a16:creationId xmlns:a16="http://schemas.microsoft.com/office/drawing/2014/main" id="{3BEC34E0-ED9B-48B8-B970-7FB7EAB2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13" name="object-577">
            <a:extLst xmlns:a="http://schemas.openxmlformats.org/drawingml/2006/main">
              <a:ext uri="{FF2B5EF4-FFF2-40B4-BE49-F238E27FC236}">
                <a16:creationId xmlns:a16="http://schemas.microsoft.com/office/drawing/2014/main" id="{BB06ADB8-E866-46B9-8D78-F9302C81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578">
            <a:extLst xmlns:a="http://schemas.openxmlformats.org/drawingml/2006/main">
              <a:ext uri="{FF2B5EF4-FFF2-40B4-BE49-F238E27FC236}">
                <a16:creationId xmlns:a16="http://schemas.microsoft.com/office/drawing/2014/main" id="{FA071E96-B4C9-405B-BC9C-AEA27DBD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579">
            <a:extLst xmlns:a="http://schemas.openxmlformats.org/drawingml/2006/main">
              <a:ext uri="{FF2B5EF4-FFF2-40B4-BE49-F238E27FC236}">
                <a16:creationId xmlns:a16="http://schemas.microsoft.com/office/drawing/2014/main" id="{D43367C3-BA5A-4A66-B9A5-A9A8DE47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580">
            <a:extLst xmlns:a="http://schemas.openxmlformats.org/drawingml/2006/main">
              <a:ext uri="{FF2B5EF4-FFF2-40B4-BE49-F238E27FC236}">
                <a16:creationId xmlns:a16="http://schemas.microsoft.com/office/drawing/2014/main" id="{FC02DBB0-4379-412E-A1A9-1CE78C74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581">
            <a:extLst xmlns:a="http://schemas.openxmlformats.org/drawingml/2006/main">
              <a:ext uri="{FF2B5EF4-FFF2-40B4-BE49-F238E27FC236}">
                <a16:creationId xmlns:a16="http://schemas.microsoft.com/office/drawing/2014/main" id="{47C0589E-1E39-4851-ACA1-1A3491F0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안내 버튼을 눌러 프로젝트 설명 모달을 연다.</a:t>
            </a:r>
          </a:p>
        </p:txBody>
      </p:sp>
      <p:sp>
        <p:nvSpPr>
          <p:cNvPr id="18" name="object-582">
            <a:extLst xmlns:a="http://schemas.openxmlformats.org/drawingml/2006/main">
              <a:ext uri="{FF2B5EF4-FFF2-40B4-BE49-F238E27FC236}">
                <a16:creationId xmlns:a16="http://schemas.microsoft.com/office/drawing/2014/main" id="{99933761-2342-4032-94F8-F1AF7946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583">
            <a:extLst xmlns:a="http://schemas.openxmlformats.org/drawingml/2006/main">
              <a:ext uri="{FF2B5EF4-FFF2-40B4-BE49-F238E27FC236}">
                <a16:creationId xmlns:a16="http://schemas.microsoft.com/office/drawing/2014/main" id="{F5E8F811-3D9B-4179-8E5F-2FADEB7C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584">
            <a:extLst xmlns:a="http://schemas.openxmlformats.org/drawingml/2006/main">
              <a:ext uri="{FF2B5EF4-FFF2-40B4-BE49-F238E27FC236}">
                <a16:creationId xmlns:a16="http://schemas.microsoft.com/office/drawing/2014/main" id="{23051BA0-DCB8-4618-AA9E-50A6CC88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비공식 연구 서비스임과 공식 원문 확인 필요성을 안내한다.</a:t>
            </a:r>
          </a:p>
        </p:txBody>
      </p:sp>
      <p:sp>
        <p:nvSpPr>
          <p:cNvPr id="21" name="object-585">
            <a:extLst xmlns:a="http://schemas.openxmlformats.org/drawingml/2006/main">
              <a:ext uri="{FF2B5EF4-FFF2-40B4-BE49-F238E27FC236}">
                <a16:creationId xmlns:a16="http://schemas.microsoft.com/office/drawing/2014/main" id="{314EEF76-4759-410F-B69F-548B5B7A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586">
            <a:extLst xmlns:a="http://schemas.openxmlformats.org/drawingml/2006/main">
              <a:ext uri="{FF2B5EF4-FFF2-40B4-BE49-F238E27FC236}">
                <a16:creationId xmlns:a16="http://schemas.microsoft.com/office/drawing/2014/main" id="{E372ED17-141E-4111-BDD0-16C9A9C7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587">
            <a:extLst xmlns:a="http://schemas.openxmlformats.org/drawingml/2006/main">
              <a:ext uri="{FF2B5EF4-FFF2-40B4-BE49-F238E27FC236}">
                <a16:creationId xmlns:a16="http://schemas.microsoft.com/office/drawing/2014/main" id="{DBF4F12F-95B5-42A8-B245-BD6F4624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프로젝트·모델·오픈소스 탭을 전환한다.</a:t>
            </a:r>
          </a:p>
        </p:txBody>
      </p:sp>
      <p:sp>
        <p:nvSpPr>
          <p:cNvPr id="24" name="object-588">
            <a:extLst xmlns:a="http://schemas.openxmlformats.org/drawingml/2006/main">
              <a:ext uri="{FF2B5EF4-FFF2-40B4-BE49-F238E27FC236}">
                <a16:creationId xmlns:a16="http://schemas.microsoft.com/office/drawing/2014/main" id="{A2366466-238E-4AE2-A8FA-3B50D5E5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589">
            <a:extLst xmlns:a="http://schemas.openxmlformats.org/drawingml/2006/main">
              <a:ext uri="{FF2B5EF4-FFF2-40B4-BE49-F238E27FC236}">
                <a16:creationId xmlns:a16="http://schemas.microsoft.com/office/drawing/2014/main" id="{0FE5A322-DC32-4893-92C3-5F30D129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590">
            <a:extLst xmlns:a="http://schemas.openxmlformats.org/drawingml/2006/main">
              <a:ext uri="{FF2B5EF4-FFF2-40B4-BE49-F238E27FC236}">
                <a16:creationId xmlns:a16="http://schemas.microsoft.com/office/drawing/2014/main" id="{7F2D20F1-B855-458F-A098-E5A0F74C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닫기·확인·배경 클릭 또는 Escape로 모달을 닫는다.</a:t>
            </a:r>
          </a:p>
        </p:txBody>
      </p:sp>
      <p:sp>
        <p:nvSpPr>
          <p:cNvPr id="27" name="object-591">
            <a:extLst xmlns:a="http://schemas.openxmlformats.org/drawingml/2006/main">
              <a:ext uri="{FF2B5EF4-FFF2-40B4-BE49-F238E27FC236}">
                <a16:creationId xmlns:a16="http://schemas.microsoft.com/office/drawing/2014/main" id="{4243CF3F-FBF6-4FC6-A4C1-482A06FD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592">
            <a:extLst xmlns:a="http://schemas.openxmlformats.org/drawingml/2006/main">
              <a:ext uri="{FF2B5EF4-FFF2-40B4-BE49-F238E27FC236}">
                <a16:creationId xmlns:a16="http://schemas.microsoft.com/office/drawing/2014/main" id="{9A413B05-21C1-44B8-8411-7465507C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</a:t>
            </a:r>
          </a:p>
        </p:txBody>
      </p:sp>
      <p:sp>
        <p:nvSpPr>
          <p:cNvPr id="29" name="object-593">
            <a:extLst xmlns:a="http://schemas.openxmlformats.org/drawingml/2006/main">
              <a:ext uri="{FF2B5EF4-FFF2-40B4-BE49-F238E27FC236}">
                <a16:creationId xmlns:a16="http://schemas.microsoft.com/office/drawing/2014/main" id="{6698B354-EFEF-43CA-A4F5-BB20BF45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FR-005, NFR-006</a:t>
            </a:r>
          </a:p>
        </p:txBody>
      </p:sp>
      <p:sp>
        <p:nvSpPr>
          <p:cNvPr id="30" name="object-594">
            <a:extLst xmlns:a="http://schemas.openxmlformats.org/drawingml/2006/main">
              <a:ext uri="{FF2B5EF4-FFF2-40B4-BE49-F238E27FC236}">
                <a16:creationId xmlns:a16="http://schemas.microsoft.com/office/drawing/2014/main" id="{117419FC-BFB0-4B57-AE05-8BD53028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595">
            <a:extLst xmlns:a="http://schemas.openxmlformats.org/drawingml/2006/main">
              <a:ext uri="{FF2B5EF4-FFF2-40B4-BE49-F238E27FC236}">
                <a16:creationId xmlns:a16="http://schemas.microsoft.com/office/drawing/2014/main" id="{35078DFC-C739-482B-8C20-F418712F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596">
            <a:extLst xmlns:a="http://schemas.openxmlformats.org/drawingml/2006/main">
              <a:ext uri="{FF2B5EF4-FFF2-40B4-BE49-F238E27FC236}">
                <a16:creationId xmlns:a16="http://schemas.microsoft.com/office/drawing/2014/main" id="{8FAA7020-6AB4-43F0-97F4-374ED95F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</a:t>
            </a:r>
          </a:p>
        </p:txBody>
      </p:sp>
      <p:sp>
        <p:nvSpPr>
          <p:cNvPr id="33" name="object-597">
            <a:extLst xmlns:a="http://schemas.openxmlformats.org/drawingml/2006/main">
              <a:ext uri="{FF2B5EF4-FFF2-40B4-BE49-F238E27FC236}">
                <a16:creationId xmlns:a16="http://schemas.microsoft.com/office/drawing/2014/main" id="{B9376411-11EB-4060-81C9-F6F8A97E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598">
            <a:extLst xmlns:a="http://schemas.openxmlformats.org/drawingml/2006/main">
              <a:ext uri="{FF2B5EF4-FFF2-40B4-BE49-F238E27FC236}">
                <a16:creationId xmlns:a16="http://schemas.microsoft.com/office/drawing/2014/main" id="{60458DD9-3BCE-4745-92E9-19468CC9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599">
            <a:extLst xmlns:a="http://schemas.openxmlformats.org/drawingml/2006/main">
              <a:ext uri="{FF2B5EF4-FFF2-40B4-BE49-F238E27FC236}">
                <a16:creationId xmlns:a16="http://schemas.microsoft.com/office/drawing/2014/main" id="{AB266F8C-5D7A-4A98-B3DC-A3A99248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600">
            <a:extLst xmlns:a="http://schemas.openxmlformats.org/drawingml/2006/main">
              <a:ext uri="{FF2B5EF4-FFF2-40B4-BE49-F238E27FC236}">
                <a16:creationId xmlns:a16="http://schemas.microsoft.com/office/drawing/2014/main" id="{B3DB7F82-F079-425E-B694-5013DB19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601">
            <a:extLst xmlns:a="http://schemas.openxmlformats.org/drawingml/2006/main">
              <a:ext uri="{FF2B5EF4-FFF2-40B4-BE49-F238E27FC236}">
                <a16:creationId xmlns:a16="http://schemas.microsoft.com/office/drawing/2014/main" id="{DE332B36-E43E-4B88-ABA6-0BD90226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602">
            <a:extLst xmlns:a="http://schemas.openxmlformats.org/drawingml/2006/main">
              <a:ext uri="{FF2B5EF4-FFF2-40B4-BE49-F238E27FC236}">
                <a16:creationId xmlns:a16="http://schemas.microsoft.com/office/drawing/2014/main" id="{6EDCF0A6-C1C7-480A-A947-65C626DE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603">
            <a:extLst xmlns:a="http://schemas.openxmlformats.org/drawingml/2006/main">
              <a:ext uri="{FF2B5EF4-FFF2-40B4-BE49-F238E27FC236}">
                <a16:creationId xmlns:a16="http://schemas.microsoft.com/office/drawing/2014/main" id="{BC06A1C0-544E-4DBC-8223-C6A081FD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43075"/>
            <a:ext cx="7381875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0" name="object-604">
            <a:extLst xmlns:a="http://schemas.openxmlformats.org/drawingml/2006/main">
              <a:ext uri="{FF2B5EF4-FFF2-40B4-BE49-F238E27FC236}">
                <a16:creationId xmlns:a16="http://schemas.microsoft.com/office/drawing/2014/main" id="{CBAD5392-EC4E-4122-9450-3D2E9334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38325"/>
            <a:ext cx="7134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 안내 및 오픈소스 라이선스</a:t>
            </a:r>
          </a:p>
        </p:txBody>
      </p:sp>
      <p:sp>
        <p:nvSpPr>
          <p:cNvPr id="41" name="object-605">
            <a:extLst xmlns:a="http://schemas.openxmlformats.org/drawingml/2006/main">
              <a:ext uri="{FF2B5EF4-FFF2-40B4-BE49-F238E27FC236}">
                <a16:creationId xmlns:a16="http://schemas.microsoft.com/office/drawing/2014/main" id="{904615D7-1C08-463E-BF66-AA541D09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2" name="object-606">
            <a:extLst xmlns:a="http://schemas.openxmlformats.org/drawingml/2006/main">
              <a:ext uri="{FF2B5EF4-FFF2-40B4-BE49-F238E27FC236}">
                <a16:creationId xmlns:a16="http://schemas.microsoft.com/office/drawing/2014/main" id="{A484596E-2615-4067-A197-317C3C03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5267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프로젝트 안내</a:t>
            </a:r>
          </a:p>
        </p:txBody>
      </p:sp>
      <p:sp>
        <p:nvSpPr>
          <p:cNvPr id="43" name="object-607">
            <a:extLst xmlns:a="http://schemas.openxmlformats.org/drawingml/2006/main">
              <a:ext uri="{FF2B5EF4-FFF2-40B4-BE49-F238E27FC236}">
                <a16:creationId xmlns:a16="http://schemas.microsoft.com/office/drawing/2014/main" id="{EF029B81-CDD5-46D5-B958-7D87DED2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241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4" name="object-608">
            <a:extLst xmlns:a="http://schemas.openxmlformats.org/drawingml/2006/main">
              <a:ext uri="{FF2B5EF4-FFF2-40B4-BE49-F238E27FC236}">
                <a16:creationId xmlns:a16="http://schemas.microsoft.com/office/drawing/2014/main" id="{F43B6D57-877E-43AC-AAF0-149A9B48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35267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모델과 폰트</a:t>
            </a:r>
          </a:p>
        </p:txBody>
      </p:sp>
      <p:sp>
        <p:nvSpPr>
          <p:cNvPr id="45" name="object-609">
            <a:extLst xmlns:a="http://schemas.openxmlformats.org/drawingml/2006/main">
              <a:ext uri="{FF2B5EF4-FFF2-40B4-BE49-F238E27FC236}">
                <a16:creationId xmlns:a16="http://schemas.microsoft.com/office/drawing/2014/main" id="{7C842CD7-9D9B-408D-BB34-706FC2A1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241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6" name="object-610">
            <a:extLst xmlns:a="http://schemas.openxmlformats.org/drawingml/2006/main">
              <a:ext uri="{FF2B5EF4-FFF2-40B4-BE49-F238E27FC236}">
                <a16:creationId xmlns:a16="http://schemas.microsoft.com/office/drawing/2014/main" id="{A24F10C2-59C0-41D5-8E48-CFC5D1B0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35267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오픈소스</a:t>
            </a:r>
          </a:p>
        </p:txBody>
      </p:sp>
      <p:sp>
        <p:nvSpPr>
          <p:cNvPr id="47" name="object-611">
            <a:extLst xmlns:a="http://schemas.openxmlformats.org/drawingml/2006/main">
              <a:ext uri="{FF2B5EF4-FFF2-40B4-BE49-F238E27FC236}">
                <a16:creationId xmlns:a16="http://schemas.microsoft.com/office/drawing/2014/main" id="{B0113638-377A-497D-994B-739056E6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86075"/>
            <a:ext cx="70008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한성대학교 캡스톤디자인 연구 프로젝트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학사·장학·학교생활 정보를 공식 자료에서 검색합니다.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중요한 신청 조건은 공식 공지 원문을 확인하세요.</a:t>
            </a:r>
          </a:p>
        </p:txBody>
      </p:sp>
      <p:sp>
        <p:nvSpPr>
          <p:cNvPr id="48" name="object-612">
            <a:extLst xmlns:a="http://schemas.openxmlformats.org/drawingml/2006/main">
              <a:ext uri="{FF2B5EF4-FFF2-40B4-BE49-F238E27FC236}">
                <a16:creationId xmlns:a16="http://schemas.microsoft.com/office/drawing/2014/main" id="{80D0251E-4D9F-4BC0-BEED-E28B239C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91075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9" name="object-613">
            <a:extLst xmlns:a="http://schemas.openxmlformats.org/drawingml/2006/main">
              <a:ext uri="{FF2B5EF4-FFF2-40B4-BE49-F238E27FC236}">
                <a16:creationId xmlns:a16="http://schemas.microsoft.com/office/drawing/2014/main" id="{11E711D6-1B09-43DC-AF56-E985A632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8196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50" name="object-614">
            <a:extLst xmlns:a="http://schemas.openxmlformats.org/drawingml/2006/main">
              <a:ext uri="{FF2B5EF4-FFF2-40B4-BE49-F238E27FC236}">
                <a16:creationId xmlns:a16="http://schemas.microsoft.com/office/drawing/2014/main" id="{0BB56933-87E4-45B6-A6F5-C4EB8EF3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object-615">
            <a:extLst xmlns:a="http://schemas.openxmlformats.org/drawingml/2006/main">
              <a:ext uri="{FF2B5EF4-FFF2-40B4-BE49-F238E27FC236}">
                <a16:creationId xmlns:a16="http://schemas.microsoft.com/office/drawing/2014/main" id="{D92930E1-FAAE-412D-A6C5-CB5FC65B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2" name="object-616">
            <a:extLst xmlns:a="http://schemas.openxmlformats.org/drawingml/2006/main">
              <a:ext uri="{FF2B5EF4-FFF2-40B4-BE49-F238E27FC236}">
                <a16:creationId xmlns:a16="http://schemas.microsoft.com/office/drawing/2014/main" id="{B9CC0E22-1985-492B-9F20-5C72AAA9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object-617">
            <a:extLst xmlns:a="http://schemas.openxmlformats.org/drawingml/2006/main">
              <a:ext uri="{FF2B5EF4-FFF2-40B4-BE49-F238E27FC236}">
                <a16:creationId xmlns:a16="http://schemas.microsoft.com/office/drawing/2014/main" id="{398AD86E-E66C-4401-BE4F-4F34205B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4" name="object-618">
            <a:extLst xmlns:a="http://schemas.openxmlformats.org/drawingml/2006/main">
              <a:ext uri="{FF2B5EF4-FFF2-40B4-BE49-F238E27FC236}">
                <a16:creationId xmlns:a16="http://schemas.microsoft.com/office/drawing/2014/main" id="{A3B841C6-5D46-4886-A9DD-B266F759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object-619">
            <a:extLst xmlns:a="http://schemas.openxmlformats.org/drawingml/2006/main">
              <a:ext uri="{FF2B5EF4-FFF2-40B4-BE49-F238E27FC236}">
                <a16:creationId xmlns:a16="http://schemas.microsoft.com/office/drawing/2014/main" id="{B00B13EC-5FF3-4449-AC3C-75B0AEBE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6" name="object-620">
            <a:extLst xmlns:a="http://schemas.openxmlformats.org/drawingml/2006/main">
              <a:ext uri="{FF2B5EF4-FFF2-40B4-BE49-F238E27FC236}">
                <a16:creationId xmlns:a16="http://schemas.microsoft.com/office/drawing/2014/main" id="{E18CEA14-179F-4EDA-BBEC-E014EB59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object-621">
            <a:extLst xmlns:a="http://schemas.openxmlformats.org/drawingml/2006/main">
              <a:ext uri="{FF2B5EF4-FFF2-40B4-BE49-F238E27FC236}">
                <a16:creationId xmlns:a16="http://schemas.microsoft.com/office/drawing/2014/main" id="{E8FC509D-AA19-4786-90DE-4AD514D2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931423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object-622">
            <a:extLst xmlns:a="http://schemas.openxmlformats.org/drawingml/2006/main">
              <a:ext uri="{FF2B5EF4-FFF2-40B4-BE49-F238E27FC236}">
                <a16:creationId xmlns:a16="http://schemas.microsoft.com/office/drawing/2014/main" id="{7B76F4CE-9593-44C3-B23D-959A71DC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623">
            <a:extLst xmlns:a="http://schemas.openxmlformats.org/drawingml/2006/main">
              <a:ext uri="{FF2B5EF4-FFF2-40B4-BE49-F238E27FC236}">
                <a16:creationId xmlns:a16="http://schemas.microsoft.com/office/drawing/2014/main" id="{224AEE7B-FC18-40FE-98E5-84F3983E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624">
            <a:extLst xmlns:a="http://schemas.openxmlformats.org/drawingml/2006/main">
              <a:ext uri="{FF2B5EF4-FFF2-40B4-BE49-F238E27FC236}">
                <a16:creationId xmlns:a16="http://schemas.microsoft.com/office/drawing/2014/main" id="{11A2601A-7193-429A-85B0-F52FB939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625">
            <a:extLst xmlns:a="http://schemas.openxmlformats.org/drawingml/2006/main">
              <a:ext uri="{FF2B5EF4-FFF2-40B4-BE49-F238E27FC236}">
                <a16:creationId xmlns:a16="http://schemas.microsoft.com/office/drawing/2014/main" id="{F2662F3D-D392-4539-BB50-C2F4BD34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626">
            <a:extLst xmlns:a="http://schemas.openxmlformats.org/drawingml/2006/main">
              <a:ext uri="{FF2B5EF4-FFF2-40B4-BE49-F238E27FC236}">
                <a16:creationId xmlns:a16="http://schemas.microsoft.com/office/drawing/2014/main" id="{4BF7DBAD-AB84-4CBB-B51D-76D31CCE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모델과 폰트 안내</a:t>
            </a:r>
          </a:p>
        </p:txBody>
      </p:sp>
      <p:sp>
        <p:nvSpPr>
          <p:cNvPr id="6" name="object-627">
            <a:extLst xmlns:a="http://schemas.openxmlformats.org/drawingml/2006/main">
              <a:ext uri="{FF2B5EF4-FFF2-40B4-BE49-F238E27FC236}">
                <a16:creationId xmlns:a16="http://schemas.microsoft.com/office/drawing/2014/main" id="{F6B4CD21-B93D-4563-AA5E-C5A0A96F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628">
            <a:extLst xmlns:a="http://schemas.openxmlformats.org/drawingml/2006/main">
              <a:ext uri="{FF2B5EF4-FFF2-40B4-BE49-F238E27FC236}">
                <a16:creationId xmlns:a16="http://schemas.microsoft.com/office/drawing/2014/main" id="{71BF0BE3-3554-4184-B960-75D027B3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 &gt; 안내</a:t>
            </a:r>
          </a:p>
        </p:txBody>
      </p:sp>
      <p:sp>
        <p:nvSpPr>
          <p:cNvPr id="8" name="object-629">
            <a:extLst xmlns:a="http://schemas.openxmlformats.org/drawingml/2006/main">
              <a:ext uri="{FF2B5EF4-FFF2-40B4-BE49-F238E27FC236}">
                <a16:creationId xmlns:a16="http://schemas.microsoft.com/office/drawing/2014/main" id="{9CC58DCF-F030-445C-89F8-D8105DCA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630">
            <a:extLst xmlns:a="http://schemas.openxmlformats.org/drawingml/2006/main">
              <a:ext uri="{FF2B5EF4-FFF2-40B4-BE49-F238E27FC236}">
                <a16:creationId xmlns:a16="http://schemas.microsoft.com/office/drawing/2014/main" id="{AC325092-2F38-44FF-9AF9-A21D0099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UI-011</a:t>
            </a:r>
          </a:p>
        </p:txBody>
      </p:sp>
      <p:sp>
        <p:nvSpPr>
          <p:cNvPr id="10" name="object-631">
            <a:extLst xmlns:a="http://schemas.openxmlformats.org/drawingml/2006/main">
              <a:ext uri="{FF2B5EF4-FFF2-40B4-BE49-F238E27FC236}">
                <a16:creationId xmlns:a16="http://schemas.microsoft.com/office/drawing/2014/main" id="{A0B77639-9A7D-42CD-9DB9-B5F37815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16    2026-10-18    v1.0</a:t>
            </a:r>
          </a:p>
        </p:txBody>
      </p:sp>
      <p:sp>
        <p:nvSpPr>
          <p:cNvPr id="11" name="object-632">
            <a:extLst xmlns:a="http://schemas.openxmlformats.org/drawingml/2006/main">
              <a:ext uri="{FF2B5EF4-FFF2-40B4-BE49-F238E27FC236}">
                <a16:creationId xmlns:a16="http://schemas.microsoft.com/office/drawing/2014/main" id="{36E52BE0-99FE-45A7-A634-9B597B80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CampusRAG</a:t>
            </a:r>
          </a:p>
        </p:txBody>
      </p:sp>
      <p:sp>
        <p:nvSpPr>
          <p:cNvPr id="12" name="object-633">
            <a:extLst xmlns:a="http://schemas.openxmlformats.org/drawingml/2006/main">
              <a:ext uri="{FF2B5EF4-FFF2-40B4-BE49-F238E27FC236}">
                <a16:creationId xmlns:a16="http://schemas.microsoft.com/office/drawing/2014/main" id="{232D955F-2D5A-43E3-9425-80AAF199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13" name="object-634">
            <a:extLst xmlns:a="http://schemas.openxmlformats.org/drawingml/2006/main">
              <a:ext uri="{FF2B5EF4-FFF2-40B4-BE49-F238E27FC236}">
                <a16:creationId xmlns:a16="http://schemas.microsoft.com/office/drawing/2014/main" id="{A1BAA8BA-F35F-4175-B6FE-EE904F0F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635">
            <a:extLst xmlns:a="http://schemas.openxmlformats.org/drawingml/2006/main">
              <a:ext uri="{FF2B5EF4-FFF2-40B4-BE49-F238E27FC236}">
                <a16:creationId xmlns:a16="http://schemas.microsoft.com/office/drawing/2014/main" id="{ABD52A4F-CDF7-49BD-9D8E-2137CC73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636">
            <a:extLst xmlns:a="http://schemas.openxmlformats.org/drawingml/2006/main">
              <a:ext uri="{FF2B5EF4-FFF2-40B4-BE49-F238E27FC236}">
                <a16:creationId xmlns:a16="http://schemas.microsoft.com/office/drawing/2014/main" id="{3CEFB72B-D6C7-4AFA-B989-D31EDB58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637">
            <a:extLst xmlns:a="http://schemas.openxmlformats.org/drawingml/2006/main">
              <a:ext uri="{FF2B5EF4-FFF2-40B4-BE49-F238E27FC236}">
                <a16:creationId xmlns:a16="http://schemas.microsoft.com/office/drawing/2014/main" id="{8FC6B1B1-6765-4A5B-801D-32DC18D9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638">
            <a:extLst xmlns:a="http://schemas.openxmlformats.org/drawingml/2006/main">
              <a:ext uri="{FF2B5EF4-FFF2-40B4-BE49-F238E27FC236}">
                <a16:creationId xmlns:a16="http://schemas.microsoft.com/office/drawing/2014/main" id="{CA52102D-2827-4DCA-B7A8-BD03C09A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안내 모달에서 모델과 폰트 탭을 선택한다.</a:t>
            </a:r>
          </a:p>
        </p:txBody>
      </p:sp>
      <p:sp>
        <p:nvSpPr>
          <p:cNvPr id="18" name="object-639">
            <a:extLst xmlns:a="http://schemas.openxmlformats.org/drawingml/2006/main">
              <a:ext uri="{FF2B5EF4-FFF2-40B4-BE49-F238E27FC236}">
                <a16:creationId xmlns:a16="http://schemas.microsoft.com/office/drawing/2014/main" id="{01E92BB5-0ED6-4505-9A39-1C2B2ABA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640">
            <a:extLst xmlns:a="http://schemas.openxmlformats.org/drawingml/2006/main">
              <a:ext uri="{FF2B5EF4-FFF2-40B4-BE49-F238E27FC236}">
                <a16:creationId xmlns:a16="http://schemas.microsoft.com/office/drawing/2014/main" id="{C65B1E20-98DD-46BF-9A1C-9BE13437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641">
            <a:extLst xmlns:a="http://schemas.openxmlformats.org/drawingml/2006/main">
              <a:ext uri="{FF2B5EF4-FFF2-40B4-BE49-F238E27FC236}">
                <a16:creationId xmlns:a16="http://schemas.microsoft.com/office/drawing/2014/main" id="{3808810F-46B4-4B7C-8E75-C9990A75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현재 코드의 ko-sroberta, Qwen, Pretendard 안내를 표시한다.</a:t>
            </a:r>
          </a:p>
        </p:txBody>
      </p:sp>
      <p:sp>
        <p:nvSpPr>
          <p:cNvPr id="21" name="object-642">
            <a:extLst xmlns:a="http://schemas.openxmlformats.org/drawingml/2006/main">
              <a:ext uri="{FF2B5EF4-FFF2-40B4-BE49-F238E27FC236}">
                <a16:creationId xmlns:a16="http://schemas.microsoft.com/office/drawing/2014/main" id="{6B377560-7367-40F3-A523-FB8293FE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643">
            <a:extLst xmlns:a="http://schemas.openxmlformats.org/drawingml/2006/main">
              <a:ext uri="{FF2B5EF4-FFF2-40B4-BE49-F238E27FC236}">
                <a16:creationId xmlns:a16="http://schemas.microsoft.com/office/drawing/2014/main" id="{EFB96D1A-F717-41D8-BFED-00C4E9AC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644">
            <a:extLst xmlns:a="http://schemas.openxmlformats.org/drawingml/2006/main">
              <a:ext uri="{FF2B5EF4-FFF2-40B4-BE49-F238E27FC236}">
                <a16:creationId xmlns:a16="http://schemas.microsoft.com/office/drawing/2014/main" id="{F87742D9-9A90-48EF-BF0B-4F8023BF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이 탭의 목록은 실제 요청에 사용한 생성 모델 확인 기능이 아니다.</a:t>
            </a:r>
          </a:p>
        </p:txBody>
      </p:sp>
      <p:sp>
        <p:nvSpPr>
          <p:cNvPr id="24" name="object-645">
            <a:extLst xmlns:a="http://schemas.openxmlformats.org/drawingml/2006/main">
              <a:ext uri="{FF2B5EF4-FFF2-40B4-BE49-F238E27FC236}">
                <a16:creationId xmlns:a16="http://schemas.microsoft.com/office/drawing/2014/main" id="{F9A2E5F1-2B21-4AB9-BBEE-CFB881FC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646">
            <a:extLst xmlns:a="http://schemas.openxmlformats.org/drawingml/2006/main">
              <a:ext uri="{FF2B5EF4-FFF2-40B4-BE49-F238E27FC236}">
                <a16:creationId xmlns:a16="http://schemas.microsoft.com/office/drawing/2014/main" id="{CA81DB6A-7C70-48BE-A5A1-00D2B676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647">
            <a:extLst xmlns:a="http://schemas.openxmlformats.org/drawingml/2006/main">
              <a:ext uri="{FF2B5EF4-FFF2-40B4-BE49-F238E27FC236}">
                <a16:creationId xmlns:a16="http://schemas.microsoft.com/office/drawing/2014/main" id="{6F377B53-0126-45EE-BE53-B3C064F5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실제 제공자와 모델은 /api/query의 provider·model로 별도 확인한다.</a:t>
            </a:r>
          </a:p>
        </p:txBody>
      </p:sp>
      <p:sp>
        <p:nvSpPr>
          <p:cNvPr id="27" name="object-648">
            <a:extLst xmlns:a="http://schemas.openxmlformats.org/drawingml/2006/main">
              <a:ext uri="{FF2B5EF4-FFF2-40B4-BE49-F238E27FC236}">
                <a16:creationId xmlns:a16="http://schemas.microsoft.com/office/drawing/2014/main" id="{88D41AA0-8D04-42FB-A9C9-195E82EC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649">
            <a:extLst xmlns:a="http://schemas.openxmlformats.org/drawingml/2006/main">
              <a:ext uri="{FF2B5EF4-FFF2-40B4-BE49-F238E27FC236}">
                <a16:creationId xmlns:a16="http://schemas.microsoft.com/office/drawing/2014/main" id="{B056098F-7416-4FA1-8C49-1DB0E9D7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</a:t>
            </a:r>
          </a:p>
        </p:txBody>
      </p:sp>
      <p:sp>
        <p:nvSpPr>
          <p:cNvPr id="29" name="object-650">
            <a:extLst xmlns:a="http://schemas.openxmlformats.org/drawingml/2006/main">
              <a:ext uri="{FF2B5EF4-FFF2-40B4-BE49-F238E27FC236}">
                <a16:creationId xmlns:a16="http://schemas.microsoft.com/office/drawing/2014/main" id="{C0B4B190-7A35-4D99-9B86-7AF81FFF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NFR-009</a:t>
            </a:r>
          </a:p>
        </p:txBody>
      </p:sp>
      <p:sp>
        <p:nvSpPr>
          <p:cNvPr id="30" name="object-651">
            <a:extLst xmlns:a="http://schemas.openxmlformats.org/drawingml/2006/main">
              <a:ext uri="{FF2B5EF4-FFF2-40B4-BE49-F238E27FC236}">
                <a16:creationId xmlns:a16="http://schemas.microsoft.com/office/drawing/2014/main" id="{9828B8E6-32C2-4861-895F-1407D176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652">
            <a:extLst xmlns:a="http://schemas.openxmlformats.org/drawingml/2006/main">
              <a:ext uri="{FF2B5EF4-FFF2-40B4-BE49-F238E27FC236}">
                <a16:creationId xmlns:a16="http://schemas.microsoft.com/office/drawing/2014/main" id="{5772CA9F-2CEB-4582-A60E-5877A76A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653">
            <a:extLst xmlns:a="http://schemas.openxmlformats.org/drawingml/2006/main">
              <a:ext uri="{FF2B5EF4-FFF2-40B4-BE49-F238E27FC236}">
                <a16:creationId xmlns:a16="http://schemas.microsoft.com/office/drawing/2014/main" id="{C7E5D740-227B-490B-9699-37D09DF8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</a:t>
            </a:r>
          </a:p>
        </p:txBody>
      </p:sp>
      <p:sp>
        <p:nvSpPr>
          <p:cNvPr id="33" name="object-654">
            <a:extLst xmlns:a="http://schemas.openxmlformats.org/drawingml/2006/main">
              <a:ext uri="{FF2B5EF4-FFF2-40B4-BE49-F238E27FC236}">
                <a16:creationId xmlns:a16="http://schemas.microsoft.com/office/drawing/2014/main" id="{60FA4EA4-574A-4646-BA99-59086ADF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655">
            <a:extLst xmlns:a="http://schemas.openxmlformats.org/drawingml/2006/main">
              <a:ext uri="{FF2B5EF4-FFF2-40B4-BE49-F238E27FC236}">
                <a16:creationId xmlns:a16="http://schemas.microsoft.com/office/drawing/2014/main" id="{F85C2FA7-CD2E-48C5-BD6A-94A2A782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656">
            <a:extLst xmlns:a="http://schemas.openxmlformats.org/drawingml/2006/main">
              <a:ext uri="{FF2B5EF4-FFF2-40B4-BE49-F238E27FC236}">
                <a16:creationId xmlns:a16="http://schemas.microsoft.com/office/drawing/2014/main" id="{76E87E50-D351-4DB4-8A81-B9996034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657">
            <a:extLst xmlns:a="http://schemas.openxmlformats.org/drawingml/2006/main">
              <a:ext uri="{FF2B5EF4-FFF2-40B4-BE49-F238E27FC236}">
                <a16:creationId xmlns:a16="http://schemas.microsoft.com/office/drawing/2014/main" id="{A572D9D4-FF24-4E35-B09B-3C4F26E1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658">
            <a:extLst xmlns:a="http://schemas.openxmlformats.org/drawingml/2006/main">
              <a:ext uri="{FF2B5EF4-FFF2-40B4-BE49-F238E27FC236}">
                <a16:creationId xmlns:a16="http://schemas.microsoft.com/office/drawing/2014/main" id="{5966214E-427D-440C-A74D-8FF042A9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659">
            <a:extLst xmlns:a="http://schemas.openxmlformats.org/drawingml/2006/main">
              <a:ext uri="{FF2B5EF4-FFF2-40B4-BE49-F238E27FC236}">
                <a16:creationId xmlns:a16="http://schemas.microsoft.com/office/drawing/2014/main" id="{2EE3C422-D77B-4B27-B376-0C22B9E2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660">
            <a:extLst xmlns:a="http://schemas.openxmlformats.org/drawingml/2006/main">
              <a:ext uri="{FF2B5EF4-FFF2-40B4-BE49-F238E27FC236}">
                <a16:creationId xmlns:a16="http://schemas.microsoft.com/office/drawing/2014/main" id="{AF39D3EC-5310-491E-B145-8F5C14FF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43075"/>
            <a:ext cx="7381875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0" name="object-661">
            <a:extLst xmlns:a="http://schemas.openxmlformats.org/drawingml/2006/main">
              <a:ext uri="{FF2B5EF4-FFF2-40B4-BE49-F238E27FC236}">
                <a16:creationId xmlns:a16="http://schemas.microsoft.com/office/drawing/2014/main" id="{BFD5A1D6-DD7E-48C2-98A6-FD1FCAFE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38325"/>
            <a:ext cx="7134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 안내 및 오픈소스 라이선스</a:t>
            </a:r>
          </a:p>
        </p:txBody>
      </p:sp>
      <p:sp>
        <p:nvSpPr>
          <p:cNvPr id="41" name="object-662">
            <a:extLst xmlns:a="http://schemas.openxmlformats.org/drawingml/2006/main">
              <a:ext uri="{FF2B5EF4-FFF2-40B4-BE49-F238E27FC236}">
                <a16:creationId xmlns:a16="http://schemas.microsoft.com/office/drawing/2014/main" id="{5BC76136-E3F4-4D04-8E6A-6B2D7559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2" name="object-663">
            <a:extLst xmlns:a="http://schemas.openxmlformats.org/drawingml/2006/main">
              <a:ext uri="{FF2B5EF4-FFF2-40B4-BE49-F238E27FC236}">
                <a16:creationId xmlns:a16="http://schemas.microsoft.com/office/drawing/2014/main" id="{4A8B1A67-46DF-43C9-A31B-AE86C15A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5267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프로젝트 안내</a:t>
            </a:r>
          </a:p>
        </p:txBody>
      </p:sp>
      <p:sp>
        <p:nvSpPr>
          <p:cNvPr id="43" name="object-664">
            <a:extLst xmlns:a="http://schemas.openxmlformats.org/drawingml/2006/main">
              <a:ext uri="{FF2B5EF4-FFF2-40B4-BE49-F238E27FC236}">
                <a16:creationId xmlns:a16="http://schemas.microsoft.com/office/drawing/2014/main" id="{BC72625A-66D9-4787-ACFF-BB99EE50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241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4" name="object-665">
            <a:extLst xmlns:a="http://schemas.openxmlformats.org/drawingml/2006/main">
              <a:ext uri="{FF2B5EF4-FFF2-40B4-BE49-F238E27FC236}">
                <a16:creationId xmlns:a16="http://schemas.microsoft.com/office/drawing/2014/main" id="{88795D47-D7C5-4D4B-A281-6C7B4394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35267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모델과 폰트</a:t>
            </a:r>
          </a:p>
        </p:txBody>
      </p:sp>
      <p:sp>
        <p:nvSpPr>
          <p:cNvPr id="45" name="object-666">
            <a:extLst xmlns:a="http://schemas.openxmlformats.org/drawingml/2006/main">
              <a:ext uri="{FF2B5EF4-FFF2-40B4-BE49-F238E27FC236}">
                <a16:creationId xmlns:a16="http://schemas.microsoft.com/office/drawing/2014/main" id="{2A83058A-B472-4D75-82C2-96F276C9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241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6" name="object-667">
            <a:extLst xmlns:a="http://schemas.openxmlformats.org/drawingml/2006/main">
              <a:ext uri="{FF2B5EF4-FFF2-40B4-BE49-F238E27FC236}">
                <a16:creationId xmlns:a16="http://schemas.microsoft.com/office/drawing/2014/main" id="{17D17899-D63A-4B93-AB9B-863DE2BE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35267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오픈소스</a:t>
            </a:r>
          </a:p>
        </p:txBody>
      </p:sp>
      <p:sp>
        <p:nvSpPr>
          <p:cNvPr id="47" name="object-668">
            <a:extLst xmlns:a="http://schemas.openxmlformats.org/drawingml/2006/main">
              <a:ext uri="{FF2B5EF4-FFF2-40B4-BE49-F238E27FC236}">
                <a16:creationId xmlns:a16="http://schemas.microsoft.com/office/drawing/2014/main" id="{D2418772-606F-4238-9768-FD5B4364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86075"/>
            <a:ext cx="70008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ko-sroberta-multitask   한국어 임베딩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Qwen2.5-1.5B-Instruct   로컬 생성 선택지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Pretendard   웹 폰트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실제 활성 생성 모델명과 구분하는 안내 목록입니다.</a:t>
            </a:r>
          </a:p>
        </p:txBody>
      </p:sp>
      <p:sp>
        <p:nvSpPr>
          <p:cNvPr id="48" name="object-669">
            <a:extLst xmlns:a="http://schemas.openxmlformats.org/drawingml/2006/main">
              <a:ext uri="{FF2B5EF4-FFF2-40B4-BE49-F238E27FC236}">
                <a16:creationId xmlns:a16="http://schemas.microsoft.com/office/drawing/2014/main" id="{72D97D9B-C71B-46B6-B50C-D7AD6661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91075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9" name="object-670">
            <a:extLst xmlns:a="http://schemas.openxmlformats.org/drawingml/2006/main">
              <a:ext uri="{FF2B5EF4-FFF2-40B4-BE49-F238E27FC236}">
                <a16:creationId xmlns:a16="http://schemas.microsoft.com/office/drawing/2014/main" id="{454F62E8-7FF1-4624-BA80-DC785418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8196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50" name="object-671">
            <a:extLst xmlns:a="http://schemas.openxmlformats.org/drawingml/2006/main">
              <a:ext uri="{FF2B5EF4-FFF2-40B4-BE49-F238E27FC236}">
                <a16:creationId xmlns:a16="http://schemas.microsoft.com/office/drawing/2014/main" id="{A1D84CB2-607E-4B27-873D-EAEEAF12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object-672">
            <a:extLst xmlns:a="http://schemas.openxmlformats.org/drawingml/2006/main">
              <a:ext uri="{FF2B5EF4-FFF2-40B4-BE49-F238E27FC236}">
                <a16:creationId xmlns:a16="http://schemas.microsoft.com/office/drawing/2014/main" id="{0069C580-BE71-42DF-B846-4A40E3D2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2" name="object-673">
            <a:extLst xmlns:a="http://schemas.openxmlformats.org/drawingml/2006/main">
              <a:ext uri="{FF2B5EF4-FFF2-40B4-BE49-F238E27FC236}">
                <a16:creationId xmlns:a16="http://schemas.microsoft.com/office/drawing/2014/main" id="{85A71C66-65A2-4DF3-89EE-F23A1596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object-674">
            <a:extLst xmlns:a="http://schemas.openxmlformats.org/drawingml/2006/main">
              <a:ext uri="{FF2B5EF4-FFF2-40B4-BE49-F238E27FC236}">
                <a16:creationId xmlns:a16="http://schemas.microsoft.com/office/drawing/2014/main" id="{7C0C480E-D144-442F-A1F7-F0C68F08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4" name="object-675">
            <a:extLst xmlns:a="http://schemas.openxmlformats.org/drawingml/2006/main">
              <a:ext uri="{FF2B5EF4-FFF2-40B4-BE49-F238E27FC236}">
                <a16:creationId xmlns:a16="http://schemas.microsoft.com/office/drawing/2014/main" id="{D3C95844-CDB1-40F6-AD3B-79E188CF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object-676">
            <a:extLst xmlns:a="http://schemas.openxmlformats.org/drawingml/2006/main">
              <a:ext uri="{FF2B5EF4-FFF2-40B4-BE49-F238E27FC236}">
                <a16:creationId xmlns:a16="http://schemas.microsoft.com/office/drawing/2014/main" id="{3543A512-F21A-4B48-A0DA-185052EF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6" name="object-677">
            <a:extLst xmlns:a="http://schemas.openxmlformats.org/drawingml/2006/main">
              <a:ext uri="{FF2B5EF4-FFF2-40B4-BE49-F238E27FC236}">
                <a16:creationId xmlns:a16="http://schemas.microsoft.com/office/drawing/2014/main" id="{95946A04-8D4F-4BC4-B145-3098710A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object-678">
            <a:extLst xmlns:a="http://schemas.openxmlformats.org/drawingml/2006/main">
              <a:ext uri="{FF2B5EF4-FFF2-40B4-BE49-F238E27FC236}">
                <a16:creationId xmlns:a16="http://schemas.microsoft.com/office/drawing/2014/main" id="{A4EFC875-6D86-401D-BC1C-FFDAC8EC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542584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object-679">
            <a:extLst xmlns:a="http://schemas.openxmlformats.org/drawingml/2006/main">
              <a:ext uri="{FF2B5EF4-FFF2-40B4-BE49-F238E27FC236}">
                <a16:creationId xmlns:a16="http://schemas.microsoft.com/office/drawing/2014/main" id="{157107A2-677C-4AD6-80C8-4A319787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680">
            <a:extLst xmlns:a="http://schemas.openxmlformats.org/drawingml/2006/main">
              <a:ext uri="{FF2B5EF4-FFF2-40B4-BE49-F238E27FC236}">
                <a16:creationId xmlns:a16="http://schemas.microsoft.com/office/drawing/2014/main" id="{94403CA8-3B1A-46D6-87FE-D7ECD01B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681">
            <a:extLst xmlns:a="http://schemas.openxmlformats.org/drawingml/2006/main">
              <a:ext uri="{FF2B5EF4-FFF2-40B4-BE49-F238E27FC236}">
                <a16:creationId xmlns:a16="http://schemas.microsoft.com/office/drawing/2014/main" id="{7A765D4C-E5C2-45BB-A78C-ED55B089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682">
            <a:extLst xmlns:a="http://schemas.openxmlformats.org/drawingml/2006/main">
              <a:ext uri="{FF2B5EF4-FFF2-40B4-BE49-F238E27FC236}">
                <a16:creationId xmlns:a16="http://schemas.microsoft.com/office/drawing/2014/main" id="{D1765E37-A488-4E85-B9E1-6E3D48AC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683">
            <a:extLst xmlns:a="http://schemas.openxmlformats.org/drawingml/2006/main">
              <a:ext uri="{FF2B5EF4-FFF2-40B4-BE49-F238E27FC236}">
                <a16:creationId xmlns:a16="http://schemas.microsoft.com/office/drawing/2014/main" id="{DF87830E-1FB1-423C-A1E3-D867B11D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오픈소스 안내</a:t>
            </a:r>
          </a:p>
        </p:txBody>
      </p:sp>
      <p:sp>
        <p:nvSpPr>
          <p:cNvPr id="6" name="object-684">
            <a:extLst xmlns:a="http://schemas.openxmlformats.org/drawingml/2006/main">
              <a:ext uri="{FF2B5EF4-FFF2-40B4-BE49-F238E27FC236}">
                <a16:creationId xmlns:a16="http://schemas.microsoft.com/office/drawing/2014/main" id="{CBB89FF3-0FFC-4BE9-BBCC-4BA3C045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685">
            <a:extLst xmlns:a="http://schemas.openxmlformats.org/drawingml/2006/main">
              <a:ext uri="{FF2B5EF4-FFF2-40B4-BE49-F238E27FC236}">
                <a16:creationId xmlns:a16="http://schemas.microsoft.com/office/drawing/2014/main" id="{9D9F3EDC-E342-42EC-B7E6-0807B297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 &gt; 안내</a:t>
            </a:r>
          </a:p>
        </p:txBody>
      </p:sp>
      <p:sp>
        <p:nvSpPr>
          <p:cNvPr id="8" name="object-686">
            <a:extLst xmlns:a="http://schemas.openxmlformats.org/drawingml/2006/main">
              <a:ext uri="{FF2B5EF4-FFF2-40B4-BE49-F238E27FC236}">
                <a16:creationId xmlns:a16="http://schemas.microsoft.com/office/drawing/2014/main" id="{6C8B883C-06E9-4F9D-9A89-A3AA84FD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687">
            <a:extLst xmlns:a="http://schemas.openxmlformats.org/drawingml/2006/main">
              <a:ext uri="{FF2B5EF4-FFF2-40B4-BE49-F238E27FC236}">
                <a16:creationId xmlns:a16="http://schemas.microsoft.com/office/drawing/2014/main" id="{0710F550-E570-44D0-9559-4FC3F41B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UI-012</a:t>
            </a:r>
          </a:p>
        </p:txBody>
      </p:sp>
      <p:sp>
        <p:nvSpPr>
          <p:cNvPr id="10" name="object-688">
            <a:extLst xmlns:a="http://schemas.openxmlformats.org/drawingml/2006/main">
              <a:ext uri="{FF2B5EF4-FFF2-40B4-BE49-F238E27FC236}">
                <a16:creationId xmlns:a16="http://schemas.microsoft.com/office/drawing/2014/main" id="{720505A1-F125-4CA6-81B5-52F3045F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17    2026-10-18    v1.0</a:t>
            </a:r>
          </a:p>
        </p:txBody>
      </p:sp>
      <p:sp>
        <p:nvSpPr>
          <p:cNvPr id="11" name="object-689">
            <a:extLst xmlns:a="http://schemas.openxmlformats.org/drawingml/2006/main">
              <a:ext uri="{FF2B5EF4-FFF2-40B4-BE49-F238E27FC236}">
                <a16:creationId xmlns:a16="http://schemas.microsoft.com/office/drawing/2014/main" id="{2DF8BBD1-AA35-46A0-9140-7E6F291A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CampusRAG</a:t>
            </a:r>
          </a:p>
        </p:txBody>
      </p:sp>
      <p:sp>
        <p:nvSpPr>
          <p:cNvPr id="12" name="object-690">
            <a:extLst xmlns:a="http://schemas.openxmlformats.org/drawingml/2006/main">
              <a:ext uri="{FF2B5EF4-FFF2-40B4-BE49-F238E27FC236}">
                <a16:creationId xmlns:a16="http://schemas.microsoft.com/office/drawing/2014/main" id="{1764A060-F1A2-42A0-BE33-F37D8B5C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13" name="object-691">
            <a:extLst xmlns:a="http://schemas.openxmlformats.org/drawingml/2006/main">
              <a:ext uri="{FF2B5EF4-FFF2-40B4-BE49-F238E27FC236}">
                <a16:creationId xmlns:a16="http://schemas.microsoft.com/office/drawing/2014/main" id="{6441A6C0-E161-499F-B286-98F9D29C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692">
            <a:extLst xmlns:a="http://schemas.openxmlformats.org/drawingml/2006/main">
              <a:ext uri="{FF2B5EF4-FFF2-40B4-BE49-F238E27FC236}">
                <a16:creationId xmlns:a16="http://schemas.microsoft.com/office/drawing/2014/main" id="{63FCA4E1-D220-44CF-9045-2B88294B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693">
            <a:extLst xmlns:a="http://schemas.openxmlformats.org/drawingml/2006/main">
              <a:ext uri="{FF2B5EF4-FFF2-40B4-BE49-F238E27FC236}">
                <a16:creationId xmlns:a16="http://schemas.microsoft.com/office/drawing/2014/main" id="{24E7C5FD-1444-467E-81DF-2CB35D1E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694">
            <a:extLst xmlns:a="http://schemas.openxmlformats.org/drawingml/2006/main">
              <a:ext uri="{FF2B5EF4-FFF2-40B4-BE49-F238E27FC236}">
                <a16:creationId xmlns:a16="http://schemas.microsoft.com/office/drawing/2014/main" id="{2F3E8074-7521-40BF-9E31-CBBBB19A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695">
            <a:extLst xmlns:a="http://schemas.openxmlformats.org/drawingml/2006/main">
              <a:ext uri="{FF2B5EF4-FFF2-40B4-BE49-F238E27FC236}">
                <a16:creationId xmlns:a16="http://schemas.microsoft.com/office/drawing/2014/main" id="{B63532B0-B690-4B63-9DB7-B4482321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오픈소스 탭에서 프로젝트 고지와 라이브러리 목록을 표시한다.</a:t>
            </a:r>
          </a:p>
        </p:txBody>
      </p:sp>
      <p:sp>
        <p:nvSpPr>
          <p:cNvPr id="18" name="object-696">
            <a:extLst xmlns:a="http://schemas.openxmlformats.org/drawingml/2006/main">
              <a:ext uri="{FF2B5EF4-FFF2-40B4-BE49-F238E27FC236}">
                <a16:creationId xmlns:a16="http://schemas.microsoft.com/office/drawing/2014/main" id="{350864E4-A8DF-4825-BF51-20655536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697">
            <a:extLst xmlns:a="http://schemas.openxmlformats.org/drawingml/2006/main">
              <a:ext uri="{FF2B5EF4-FFF2-40B4-BE49-F238E27FC236}">
                <a16:creationId xmlns:a16="http://schemas.microsoft.com/office/drawing/2014/main" id="{2885F523-9A0C-4B14-9813-E27C66B9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698">
            <a:extLst xmlns:a="http://schemas.openxmlformats.org/drawingml/2006/main">
              <a:ext uri="{FF2B5EF4-FFF2-40B4-BE49-F238E27FC236}">
                <a16:creationId xmlns:a16="http://schemas.microsoft.com/office/drawing/2014/main" id="{105C313A-C14A-49A9-9074-D0083025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상세 고지는 OPEN_SOURCE_LICENSES.md를 참조한다.</a:t>
            </a:r>
          </a:p>
        </p:txBody>
      </p:sp>
      <p:sp>
        <p:nvSpPr>
          <p:cNvPr id="21" name="object-699">
            <a:extLst xmlns:a="http://schemas.openxmlformats.org/drawingml/2006/main">
              <a:ext uri="{FF2B5EF4-FFF2-40B4-BE49-F238E27FC236}">
                <a16:creationId xmlns:a16="http://schemas.microsoft.com/office/drawing/2014/main" id="{FACD71E7-2538-4B3D-BFA8-61EED485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700">
            <a:extLst xmlns:a="http://schemas.openxmlformats.org/drawingml/2006/main">
              <a:ext uri="{FF2B5EF4-FFF2-40B4-BE49-F238E27FC236}">
                <a16:creationId xmlns:a16="http://schemas.microsoft.com/office/drawing/2014/main" id="{7E9580FA-73F1-4F30-8239-839CF9F7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701">
            <a:extLst xmlns:a="http://schemas.openxmlformats.org/drawingml/2006/main">
              <a:ext uri="{FF2B5EF4-FFF2-40B4-BE49-F238E27FC236}">
                <a16:creationId xmlns:a16="http://schemas.microsoft.com/office/drawing/2014/main" id="{F22CF9B4-175F-4DFE-A893-9ECB5CBD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내용은 현재 소스에 있는 안내 문구를 따른다.</a:t>
            </a:r>
          </a:p>
        </p:txBody>
      </p:sp>
      <p:sp>
        <p:nvSpPr>
          <p:cNvPr id="24" name="object-702">
            <a:extLst xmlns:a="http://schemas.openxmlformats.org/drawingml/2006/main">
              <a:ext uri="{FF2B5EF4-FFF2-40B4-BE49-F238E27FC236}">
                <a16:creationId xmlns:a16="http://schemas.microsoft.com/office/drawing/2014/main" id="{3EF9CD71-2D64-41A8-9733-50E0E995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703">
            <a:extLst xmlns:a="http://schemas.openxmlformats.org/drawingml/2006/main">
              <a:ext uri="{FF2B5EF4-FFF2-40B4-BE49-F238E27FC236}">
                <a16:creationId xmlns:a16="http://schemas.microsoft.com/office/drawing/2014/main" id="{0DBE9E2E-2666-4C35-B38E-91206B0C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704">
            <a:extLst xmlns:a="http://schemas.openxmlformats.org/drawingml/2006/main">
              <a:ext uri="{FF2B5EF4-FFF2-40B4-BE49-F238E27FC236}">
                <a16:creationId xmlns:a16="http://schemas.microsoft.com/office/drawing/2014/main" id="{630E29B5-E043-4BA4-8B2A-98CD42D1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법적 적합성의 외부 검증 결과를 의미하지 않는다. 라이선스 변경 시 동기화한다.</a:t>
            </a:r>
          </a:p>
        </p:txBody>
      </p:sp>
      <p:sp>
        <p:nvSpPr>
          <p:cNvPr id="27" name="object-705">
            <a:extLst xmlns:a="http://schemas.openxmlformats.org/drawingml/2006/main">
              <a:ext uri="{FF2B5EF4-FFF2-40B4-BE49-F238E27FC236}">
                <a16:creationId xmlns:a16="http://schemas.microsoft.com/office/drawing/2014/main" id="{56C7DE8A-1BA2-4C0A-81F2-DB6AD7E9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706">
            <a:extLst xmlns:a="http://schemas.openxmlformats.org/drawingml/2006/main">
              <a:ext uri="{FF2B5EF4-FFF2-40B4-BE49-F238E27FC236}">
                <a16:creationId xmlns:a16="http://schemas.microsoft.com/office/drawing/2014/main" id="{2FF79A4D-5657-4E54-A42D-78CCFF5E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</a:t>
            </a:r>
          </a:p>
        </p:txBody>
      </p:sp>
      <p:sp>
        <p:nvSpPr>
          <p:cNvPr id="29" name="object-707">
            <a:extLst xmlns:a="http://schemas.openxmlformats.org/drawingml/2006/main">
              <a:ext uri="{FF2B5EF4-FFF2-40B4-BE49-F238E27FC236}">
                <a16:creationId xmlns:a16="http://schemas.microsoft.com/office/drawing/2014/main" id="{141D3133-5B97-4D46-A732-AE364EE4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NFR-009</a:t>
            </a:r>
          </a:p>
        </p:txBody>
      </p:sp>
      <p:sp>
        <p:nvSpPr>
          <p:cNvPr id="30" name="object-708">
            <a:extLst xmlns:a="http://schemas.openxmlformats.org/drawingml/2006/main">
              <a:ext uri="{FF2B5EF4-FFF2-40B4-BE49-F238E27FC236}">
                <a16:creationId xmlns:a16="http://schemas.microsoft.com/office/drawing/2014/main" id="{6A5122C4-1B7F-4E5F-8CB5-10B07B59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709">
            <a:extLst xmlns:a="http://schemas.openxmlformats.org/drawingml/2006/main">
              <a:ext uri="{FF2B5EF4-FFF2-40B4-BE49-F238E27FC236}">
                <a16:creationId xmlns:a16="http://schemas.microsoft.com/office/drawing/2014/main" id="{88ED7876-4F08-4D11-80C8-750CF144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710">
            <a:extLst xmlns:a="http://schemas.openxmlformats.org/drawingml/2006/main">
              <a:ext uri="{FF2B5EF4-FFF2-40B4-BE49-F238E27FC236}">
                <a16:creationId xmlns:a16="http://schemas.microsoft.com/office/drawing/2014/main" id="{B9DF1DD4-7411-41D8-9133-7210817E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</a:t>
            </a:r>
          </a:p>
        </p:txBody>
      </p:sp>
      <p:sp>
        <p:nvSpPr>
          <p:cNvPr id="33" name="object-711">
            <a:extLst xmlns:a="http://schemas.openxmlformats.org/drawingml/2006/main">
              <a:ext uri="{FF2B5EF4-FFF2-40B4-BE49-F238E27FC236}">
                <a16:creationId xmlns:a16="http://schemas.microsoft.com/office/drawing/2014/main" id="{3838A684-9270-4E07-B090-323EF44B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712">
            <a:extLst xmlns:a="http://schemas.openxmlformats.org/drawingml/2006/main">
              <a:ext uri="{FF2B5EF4-FFF2-40B4-BE49-F238E27FC236}">
                <a16:creationId xmlns:a16="http://schemas.microsoft.com/office/drawing/2014/main" id="{544C8764-0E17-4216-B87C-316C7B37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713">
            <a:extLst xmlns:a="http://schemas.openxmlformats.org/drawingml/2006/main">
              <a:ext uri="{FF2B5EF4-FFF2-40B4-BE49-F238E27FC236}">
                <a16:creationId xmlns:a16="http://schemas.microsoft.com/office/drawing/2014/main" id="{97ABB938-E2BF-4DEE-9A32-69ED1D6A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714">
            <a:extLst xmlns:a="http://schemas.openxmlformats.org/drawingml/2006/main">
              <a:ext uri="{FF2B5EF4-FFF2-40B4-BE49-F238E27FC236}">
                <a16:creationId xmlns:a16="http://schemas.microsoft.com/office/drawing/2014/main" id="{29D4A5F8-B22D-428B-A139-4F32831A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715">
            <a:extLst xmlns:a="http://schemas.openxmlformats.org/drawingml/2006/main">
              <a:ext uri="{FF2B5EF4-FFF2-40B4-BE49-F238E27FC236}">
                <a16:creationId xmlns:a16="http://schemas.microsoft.com/office/drawing/2014/main" id="{55106CE6-73D4-4B28-8A43-A35B997C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716">
            <a:extLst xmlns:a="http://schemas.openxmlformats.org/drawingml/2006/main">
              <a:ext uri="{FF2B5EF4-FFF2-40B4-BE49-F238E27FC236}">
                <a16:creationId xmlns:a16="http://schemas.microsoft.com/office/drawing/2014/main" id="{DE6D8EDC-C637-486A-B6CD-6658FC02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717">
            <a:extLst xmlns:a="http://schemas.openxmlformats.org/drawingml/2006/main">
              <a:ext uri="{FF2B5EF4-FFF2-40B4-BE49-F238E27FC236}">
                <a16:creationId xmlns:a16="http://schemas.microsoft.com/office/drawing/2014/main" id="{D2A2A023-E139-455E-956E-04B43CC5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43075"/>
            <a:ext cx="7381875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0" name="object-718">
            <a:extLst xmlns:a="http://schemas.openxmlformats.org/drawingml/2006/main">
              <a:ext uri="{FF2B5EF4-FFF2-40B4-BE49-F238E27FC236}">
                <a16:creationId xmlns:a16="http://schemas.microsoft.com/office/drawing/2014/main" id="{408E12EA-EA18-40E7-9BC0-BE7E178E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38325"/>
            <a:ext cx="7134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 안내 및 오픈소스 라이선스</a:t>
            </a:r>
          </a:p>
        </p:txBody>
      </p:sp>
      <p:sp>
        <p:nvSpPr>
          <p:cNvPr id="41" name="object-719">
            <a:extLst xmlns:a="http://schemas.openxmlformats.org/drawingml/2006/main">
              <a:ext uri="{FF2B5EF4-FFF2-40B4-BE49-F238E27FC236}">
                <a16:creationId xmlns:a16="http://schemas.microsoft.com/office/drawing/2014/main" id="{D9C670DC-333C-4A5A-9EE9-DF7617A1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2" name="object-720">
            <a:extLst xmlns:a="http://schemas.openxmlformats.org/drawingml/2006/main">
              <a:ext uri="{FF2B5EF4-FFF2-40B4-BE49-F238E27FC236}">
                <a16:creationId xmlns:a16="http://schemas.microsoft.com/office/drawing/2014/main" id="{57828CAF-0321-43A3-B4E3-FBDBCD16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5267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프로젝트 안내</a:t>
            </a:r>
          </a:p>
        </p:txBody>
      </p:sp>
      <p:sp>
        <p:nvSpPr>
          <p:cNvPr id="43" name="object-721">
            <a:extLst xmlns:a="http://schemas.openxmlformats.org/drawingml/2006/main">
              <a:ext uri="{FF2B5EF4-FFF2-40B4-BE49-F238E27FC236}">
                <a16:creationId xmlns:a16="http://schemas.microsoft.com/office/drawing/2014/main" id="{10D97422-BCE6-4A0A-A3C4-EB8B0B78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241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4" name="object-722">
            <a:extLst xmlns:a="http://schemas.openxmlformats.org/drawingml/2006/main">
              <a:ext uri="{FF2B5EF4-FFF2-40B4-BE49-F238E27FC236}">
                <a16:creationId xmlns:a16="http://schemas.microsoft.com/office/drawing/2014/main" id="{E371E251-ED31-426D-93CB-0B27C669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35267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모델과 폰트</a:t>
            </a:r>
          </a:p>
        </p:txBody>
      </p:sp>
      <p:sp>
        <p:nvSpPr>
          <p:cNvPr id="45" name="object-723">
            <a:extLst xmlns:a="http://schemas.openxmlformats.org/drawingml/2006/main">
              <a:ext uri="{FF2B5EF4-FFF2-40B4-BE49-F238E27FC236}">
                <a16:creationId xmlns:a16="http://schemas.microsoft.com/office/drawing/2014/main" id="{74F5AAD5-EF90-4257-8124-3BD30333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241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6" name="object-724">
            <a:extLst xmlns:a="http://schemas.openxmlformats.org/drawingml/2006/main">
              <a:ext uri="{FF2B5EF4-FFF2-40B4-BE49-F238E27FC236}">
                <a16:creationId xmlns:a16="http://schemas.microsoft.com/office/drawing/2014/main" id="{10DBF094-C95F-443D-B3DD-ACBBE7EF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35267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오픈소스</a:t>
            </a:r>
          </a:p>
        </p:txBody>
      </p:sp>
      <p:sp>
        <p:nvSpPr>
          <p:cNvPr id="47" name="object-725">
            <a:extLst xmlns:a="http://schemas.openxmlformats.org/drawingml/2006/main">
              <a:ext uri="{FF2B5EF4-FFF2-40B4-BE49-F238E27FC236}">
                <a16:creationId xmlns:a16="http://schemas.microsoft.com/office/drawing/2014/main" id="{16B17D06-AB71-415A-9838-7C171FCC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86075"/>
            <a:ext cx="70008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 자체 라이선스 안내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LangChain, ChromaDB, FastAPI, React 등 주요 OSS 고지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상세 내용은 OPEN_SOURCE_LICENSES.md 참조</a:t>
            </a:r>
          </a:p>
        </p:txBody>
      </p:sp>
      <p:sp>
        <p:nvSpPr>
          <p:cNvPr id="48" name="object-726">
            <a:extLst xmlns:a="http://schemas.openxmlformats.org/drawingml/2006/main">
              <a:ext uri="{FF2B5EF4-FFF2-40B4-BE49-F238E27FC236}">
                <a16:creationId xmlns:a16="http://schemas.microsoft.com/office/drawing/2014/main" id="{C6287E57-9E42-4A6F-812E-F0C7EAA4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91075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9" name="object-727">
            <a:extLst xmlns:a="http://schemas.openxmlformats.org/drawingml/2006/main">
              <a:ext uri="{FF2B5EF4-FFF2-40B4-BE49-F238E27FC236}">
                <a16:creationId xmlns:a16="http://schemas.microsoft.com/office/drawing/2014/main" id="{4462073A-F779-412E-83F3-05AD819E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8196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50" name="object-728">
            <a:extLst xmlns:a="http://schemas.openxmlformats.org/drawingml/2006/main">
              <a:ext uri="{FF2B5EF4-FFF2-40B4-BE49-F238E27FC236}">
                <a16:creationId xmlns:a16="http://schemas.microsoft.com/office/drawing/2014/main" id="{580FDE64-65F0-4631-A065-BAB35492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object-729">
            <a:extLst xmlns:a="http://schemas.openxmlformats.org/drawingml/2006/main">
              <a:ext uri="{FF2B5EF4-FFF2-40B4-BE49-F238E27FC236}">
                <a16:creationId xmlns:a16="http://schemas.microsoft.com/office/drawing/2014/main" id="{135DE79E-4BFD-41AB-AA97-59D194FD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2" name="object-730">
            <a:extLst xmlns:a="http://schemas.openxmlformats.org/drawingml/2006/main">
              <a:ext uri="{FF2B5EF4-FFF2-40B4-BE49-F238E27FC236}">
                <a16:creationId xmlns:a16="http://schemas.microsoft.com/office/drawing/2014/main" id="{3B6D6549-2270-45DE-940D-01D62EC6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object-731">
            <a:extLst xmlns:a="http://schemas.openxmlformats.org/drawingml/2006/main">
              <a:ext uri="{FF2B5EF4-FFF2-40B4-BE49-F238E27FC236}">
                <a16:creationId xmlns:a16="http://schemas.microsoft.com/office/drawing/2014/main" id="{A7CB09D2-0313-42EC-A29E-B62CF7BF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4" name="object-732">
            <a:extLst xmlns:a="http://schemas.openxmlformats.org/drawingml/2006/main">
              <a:ext uri="{FF2B5EF4-FFF2-40B4-BE49-F238E27FC236}">
                <a16:creationId xmlns:a16="http://schemas.microsoft.com/office/drawing/2014/main" id="{CC6A752D-DE83-49D8-BA17-598C4B44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object-733">
            <a:extLst xmlns:a="http://schemas.openxmlformats.org/drawingml/2006/main">
              <a:ext uri="{FF2B5EF4-FFF2-40B4-BE49-F238E27FC236}">
                <a16:creationId xmlns:a16="http://schemas.microsoft.com/office/drawing/2014/main" id="{91A9C2AE-7014-4435-8A43-2CECFE47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6" name="object-734">
            <a:extLst xmlns:a="http://schemas.openxmlformats.org/drawingml/2006/main">
              <a:ext uri="{FF2B5EF4-FFF2-40B4-BE49-F238E27FC236}">
                <a16:creationId xmlns:a16="http://schemas.microsoft.com/office/drawing/2014/main" id="{B5BF75F3-1A91-4CCF-A2B4-160B2021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object-735">
            <a:extLst xmlns:a="http://schemas.openxmlformats.org/drawingml/2006/main">
              <a:ext uri="{FF2B5EF4-FFF2-40B4-BE49-F238E27FC236}">
                <a16:creationId xmlns:a16="http://schemas.microsoft.com/office/drawing/2014/main" id="{9BF880BB-3D71-4DC9-AE71-42F9B174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346144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object-736">
            <a:extLst xmlns:a="http://schemas.openxmlformats.org/drawingml/2006/main">
              <a:ext uri="{FF2B5EF4-FFF2-40B4-BE49-F238E27FC236}">
                <a16:creationId xmlns:a16="http://schemas.microsoft.com/office/drawing/2014/main" id="{B869643B-E7F1-4D89-8839-DF6EE20C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737">
            <a:extLst xmlns:a="http://schemas.openxmlformats.org/drawingml/2006/main">
              <a:ext uri="{FF2B5EF4-FFF2-40B4-BE49-F238E27FC236}">
                <a16:creationId xmlns:a16="http://schemas.microsoft.com/office/drawing/2014/main" id="{53209300-D9F7-441C-9B09-D9D828C5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738">
            <a:extLst xmlns:a="http://schemas.openxmlformats.org/drawingml/2006/main">
              <a:ext uri="{FF2B5EF4-FFF2-40B4-BE49-F238E27FC236}">
                <a16:creationId xmlns:a16="http://schemas.microsoft.com/office/drawing/2014/main" id="{F2C94DA7-B026-4BED-A10A-427A4F12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739">
            <a:extLst xmlns:a="http://schemas.openxmlformats.org/drawingml/2006/main">
              <a:ext uri="{FF2B5EF4-FFF2-40B4-BE49-F238E27FC236}">
                <a16:creationId xmlns:a16="http://schemas.microsoft.com/office/drawing/2014/main" id="{C93DF885-3E8C-4B79-902B-A5791C30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740">
            <a:extLst xmlns:a="http://schemas.openxmlformats.org/drawingml/2006/main">
              <a:ext uri="{FF2B5EF4-FFF2-40B4-BE49-F238E27FC236}">
                <a16:creationId xmlns:a16="http://schemas.microsoft.com/office/drawing/2014/main" id="{82E40BD8-F8DA-4A36-A5C9-4D8CA884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모바일 화면</a:t>
            </a:r>
          </a:p>
        </p:txBody>
      </p:sp>
      <p:sp>
        <p:nvSpPr>
          <p:cNvPr id="6" name="object-741">
            <a:extLst xmlns:a="http://schemas.openxmlformats.org/drawingml/2006/main">
              <a:ext uri="{FF2B5EF4-FFF2-40B4-BE49-F238E27FC236}">
                <a16:creationId xmlns:a16="http://schemas.microsoft.com/office/drawing/2014/main" id="{9EB34ABE-C843-448C-90E2-44658A98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742">
            <a:extLst xmlns:a="http://schemas.openxmlformats.org/drawingml/2006/main">
              <a:ext uri="{FF2B5EF4-FFF2-40B4-BE49-F238E27FC236}">
                <a16:creationId xmlns:a16="http://schemas.microsoft.com/office/drawing/2014/main" id="{1300A3DA-7980-47F1-B126-68A36033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</a:t>
            </a:r>
          </a:p>
        </p:txBody>
      </p:sp>
      <p:sp>
        <p:nvSpPr>
          <p:cNvPr id="8" name="object-743">
            <a:extLst xmlns:a="http://schemas.openxmlformats.org/drawingml/2006/main">
              <a:ext uri="{FF2B5EF4-FFF2-40B4-BE49-F238E27FC236}">
                <a16:creationId xmlns:a16="http://schemas.microsoft.com/office/drawing/2014/main" id="{10BF5C91-75F3-4F31-82B9-F0F4FA8A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744">
            <a:extLst xmlns:a="http://schemas.openxmlformats.org/drawingml/2006/main">
              <a:ext uri="{FF2B5EF4-FFF2-40B4-BE49-F238E27FC236}">
                <a16:creationId xmlns:a16="http://schemas.microsoft.com/office/drawing/2014/main" id="{615A89F2-891F-4DF5-AE81-D3B07B17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UI-013</a:t>
            </a:r>
          </a:p>
        </p:txBody>
      </p:sp>
      <p:sp>
        <p:nvSpPr>
          <p:cNvPr id="10" name="object-745">
            <a:extLst xmlns:a="http://schemas.openxmlformats.org/drawingml/2006/main">
              <a:ext uri="{FF2B5EF4-FFF2-40B4-BE49-F238E27FC236}">
                <a16:creationId xmlns:a16="http://schemas.microsoft.com/office/drawing/2014/main" id="{C6146ABE-AE99-42EC-AC9C-5BB1A73B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18    2026-10-18    v1.0</a:t>
            </a:r>
          </a:p>
        </p:txBody>
      </p:sp>
      <p:sp>
        <p:nvSpPr>
          <p:cNvPr id="11" name="object-746">
            <a:extLst xmlns:a="http://schemas.openxmlformats.org/drawingml/2006/main">
              <a:ext uri="{FF2B5EF4-FFF2-40B4-BE49-F238E27FC236}">
                <a16:creationId xmlns:a16="http://schemas.microsoft.com/office/drawing/2014/main" id="{B20FD9E8-8E3F-4356-B417-5571F62F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CampusRAG</a:t>
            </a:r>
          </a:p>
        </p:txBody>
      </p:sp>
      <p:sp>
        <p:nvSpPr>
          <p:cNvPr id="12" name="object-747">
            <a:extLst xmlns:a="http://schemas.openxmlformats.org/drawingml/2006/main">
              <a:ext uri="{FF2B5EF4-FFF2-40B4-BE49-F238E27FC236}">
                <a16:creationId xmlns:a16="http://schemas.microsoft.com/office/drawing/2014/main" id="{680CF019-2BAC-4E54-99C0-26293AEA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13" name="object-748">
            <a:extLst xmlns:a="http://schemas.openxmlformats.org/drawingml/2006/main">
              <a:ext uri="{FF2B5EF4-FFF2-40B4-BE49-F238E27FC236}">
                <a16:creationId xmlns:a16="http://schemas.microsoft.com/office/drawing/2014/main" id="{0A985C74-F957-49C4-8475-8ABCCD8F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749">
            <a:extLst xmlns:a="http://schemas.openxmlformats.org/drawingml/2006/main">
              <a:ext uri="{FF2B5EF4-FFF2-40B4-BE49-F238E27FC236}">
                <a16:creationId xmlns:a16="http://schemas.microsoft.com/office/drawing/2014/main" id="{F93A1CFD-DA1C-4E7F-9069-20A1CD26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750">
            <a:extLst xmlns:a="http://schemas.openxmlformats.org/drawingml/2006/main">
              <a:ext uri="{FF2B5EF4-FFF2-40B4-BE49-F238E27FC236}">
                <a16:creationId xmlns:a16="http://schemas.microsoft.com/office/drawing/2014/main" id="{7F02224A-658B-4F55-B951-CC673700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751">
            <a:extLst xmlns:a="http://schemas.openxmlformats.org/drawingml/2006/main">
              <a:ext uri="{FF2B5EF4-FFF2-40B4-BE49-F238E27FC236}">
                <a16:creationId xmlns:a16="http://schemas.microsoft.com/office/drawing/2014/main" id="{4364DB4F-CC44-4FD8-8F98-4342F84B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752">
            <a:extLst xmlns:a="http://schemas.openxmlformats.org/drawingml/2006/main">
              <a:ext uri="{FF2B5EF4-FFF2-40B4-BE49-F238E27FC236}">
                <a16:creationId xmlns:a16="http://schemas.microsoft.com/office/drawing/2014/main" id="{9A3CFAC3-48D0-4D2D-B516-340A67A2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100dvh를 기준으로 헤더와 입력창을 고정한다.</a:t>
            </a:r>
          </a:p>
        </p:txBody>
      </p:sp>
      <p:sp>
        <p:nvSpPr>
          <p:cNvPr id="18" name="object-753">
            <a:extLst xmlns:a="http://schemas.openxmlformats.org/drawingml/2006/main">
              <a:ext uri="{FF2B5EF4-FFF2-40B4-BE49-F238E27FC236}">
                <a16:creationId xmlns:a16="http://schemas.microsoft.com/office/drawing/2014/main" id="{D460E11C-1023-4BB0-89A2-5077ACB6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754">
            <a:extLst xmlns:a="http://schemas.openxmlformats.org/drawingml/2006/main">
              <a:ext uri="{FF2B5EF4-FFF2-40B4-BE49-F238E27FC236}">
                <a16:creationId xmlns:a16="http://schemas.microsoft.com/office/drawing/2014/main" id="{130099A3-B33E-48B5-9411-9D19F022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755">
            <a:extLst xmlns:a="http://schemas.openxmlformats.org/drawingml/2006/main">
              <a:ext uri="{FF2B5EF4-FFF2-40B4-BE49-F238E27FC236}">
                <a16:creationId xmlns:a16="http://schemas.microsoft.com/office/drawing/2014/main" id="{D7BAC30C-5C1A-4805-B065-5AA4F7BC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메시지 영역만 스크롤하고 새 메시지로 자동 이동한다.</a:t>
            </a:r>
          </a:p>
        </p:txBody>
      </p:sp>
      <p:sp>
        <p:nvSpPr>
          <p:cNvPr id="21" name="object-756">
            <a:extLst xmlns:a="http://schemas.openxmlformats.org/drawingml/2006/main">
              <a:ext uri="{FF2B5EF4-FFF2-40B4-BE49-F238E27FC236}">
                <a16:creationId xmlns:a16="http://schemas.microsoft.com/office/drawing/2014/main" id="{98424628-1BAF-464D-9BCB-372FD371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757">
            <a:extLst xmlns:a="http://schemas.openxmlformats.org/drawingml/2006/main">
              <a:ext uri="{FF2B5EF4-FFF2-40B4-BE49-F238E27FC236}">
                <a16:creationId xmlns:a16="http://schemas.microsoft.com/office/drawing/2014/main" id="{58D6F88A-4EFF-4AFE-AF05-A55A955C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758">
            <a:extLst xmlns:a="http://schemas.openxmlformats.org/drawingml/2006/main">
              <a:ext uri="{FF2B5EF4-FFF2-40B4-BE49-F238E27FC236}">
                <a16:creationId xmlns:a16="http://schemas.microsoft.com/office/drawing/2014/main" id="{4919DC36-A6ED-4171-A890-C20E653F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모바일 safe-area를 입력 하단과 헤더 상단에 반영한다.</a:t>
            </a:r>
          </a:p>
        </p:txBody>
      </p:sp>
      <p:sp>
        <p:nvSpPr>
          <p:cNvPr id="24" name="object-759">
            <a:extLst xmlns:a="http://schemas.openxmlformats.org/drawingml/2006/main">
              <a:ext uri="{FF2B5EF4-FFF2-40B4-BE49-F238E27FC236}">
                <a16:creationId xmlns:a16="http://schemas.microsoft.com/office/drawing/2014/main" id="{8F1A6814-6E0F-4DDB-A0A7-023E6D1E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760">
            <a:extLst xmlns:a="http://schemas.openxmlformats.org/drawingml/2006/main">
              <a:ext uri="{FF2B5EF4-FFF2-40B4-BE49-F238E27FC236}">
                <a16:creationId xmlns:a16="http://schemas.microsoft.com/office/drawing/2014/main" id="{FA4C3E82-FEE2-4274-8FC9-C3EFC77B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761">
            <a:extLst xmlns:a="http://schemas.openxmlformats.org/drawingml/2006/main">
              <a:ext uri="{FF2B5EF4-FFF2-40B4-BE49-F238E27FC236}">
                <a16:creationId xmlns:a16="http://schemas.microsoft.com/office/drawing/2014/main" id="{DC2FFBB0-4E40-4A70-A59F-F10878B5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360px에서 링크·오류·모달과 키보드 표시를 실제 단말에서 검증한다.</a:t>
            </a:r>
          </a:p>
        </p:txBody>
      </p:sp>
      <p:sp>
        <p:nvSpPr>
          <p:cNvPr id="27" name="object-762">
            <a:extLst xmlns:a="http://schemas.openxmlformats.org/drawingml/2006/main">
              <a:ext uri="{FF2B5EF4-FFF2-40B4-BE49-F238E27FC236}">
                <a16:creationId xmlns:a16="http://schemas.microsoft.com/office/drawing/2014/main" id="{89275E2F-4792-4C30-918D-7220021D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763">
            <a:extLst xmlns:a="http://schemas.openxmlformats.org/drawingml/2006/main">
              <a:ext uri="{FF2B5EF4-FFF2-40B4-BE49-F238E27FC236}">
                <a16:creationId xmlns:a16="http://schemas.microsoft.com/office/drawing/2014/main" id="{9DA028B7-7058-4FD1-BC8D-5EDC70FB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상태  구현 및 단말 검증 필요</a:t>
            </a:r>
          </a:p>
        </p:txBody>
      </p:sp>
      <p:sp>
        <p:nvSpPr>
          <p:cNvPr id="29" name="object-764">
            <a:extLst xmlns:a="http://schemas.openxmlformats.org/drawingml/2006/main">
              <a:ext uri="{FF2B5EF4-FFF2-40B4-BE49-F238E27FC236}">
                <a16:creationId xmlns:a16="http://schemas.microsoft.com/office/drawing/2014/main" id="{B0E81136-0B03-482D-88C1-E794942B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NFR-007</a:t>
            </a:r>
          </a:p>
        </p:txBody>
      </p:sp>
      <p:sp>
        <p:nvSpPr>
          <p:cNvPr id="30" name="object-765">
            <a:extLst xmlns:a="http://schemas.openxmlformats.org/drawingml/2006/main">
              <a:ext uri="{FF2B5EF4-FFF2-40B4-BE49-F238E27FC236}">
                <a16:creationId xmlns:a16="http://schemas.microsoft.com/office/drawing/2014/main" id="{A38BFA31-2341-40B0-91B1-834057C4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057275"/>
            <a:ext cx="34290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766">
            <a:extLst xmlns:a="http://schemas.openxmlformats.org/drawingml/2006/main">
              <a:ext uri="{FF2B5EF4-FFF2-40B4-BE49-F238E27FC236}">
                <a16:creationId xmlns:a16="http://schemas.microsoft.com/office/drawing/2014/main" id="{4EEB9606-B295-41D0-AF85-68766763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057275"/>
            <a:ext cx="342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767">
            <a:extLst xmlns:a="http://schemas.openxmlformats.org/drawingml/2006/main">
              <a:ext uri="{FF2B5EF4-FFF2-40B4-BE49-F238E27FC236}">
                <a16:creationId xmlns:a16="http://schemas.microsoft.com/office/drawing/2014/main" id="{3B6CF5A3-6D37-40F3-8D35-5E37D11F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143000"/>
            <a:ext cx="2057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</a:t>
            </a:r>
          </a:p>
        </p:txBody>
      </p:sp>
      <p:sp>
        <p:nvSpPr>
          <p:cNvPr id="33" name="object-768">
            <a:extLst xmlns:a="http://schemas.openxmlformats.org/drawingml/2006/main">
              <a:ext uri="{FF2B5EF4-FFF2-40B4-BE49-F238E27FC236}">
                <a16:creationId xmlns:a16="http://schemas.microsoft.com/office/drawing/2014/main" id="{859EEB67-3B0F-4332-9F37-697EB1F9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769">
            <a:extLst xmlns:a="http://schemas.openxmlformats.org/drawingml/2006/main">
              <a:ext uri="{FF2B5EF4-FFF2-40B4-BE49-F238E27FC236}">
                <a16:creationId xmlns:a16="http://schemas.microsoft.com/office/drawing/2014/main" id="{FF0A72AC-EB55-4FE8-99F0-0B18A742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657850"/>
            <a:ext cx="3429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770">
            <a:extLst xmlns:a="http://schemas.openxmlformats.org/drawingml/2006/main">
              <a:ext uri="{FF2B5EF4-FFF2-40B4-BE49-F238E27FC236}">
                <a16:creationId xmlns:a16="http://schemas.microsoft.com/office/drawing/2014/main" id="{97FF75FF-37B0-481C-9943-6902205F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791200"/>
            <a:ext cx="2647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771">
            <a:extLst xmlns:a="http://schemas.openxmlformats.org/drawingml/2006/main">
              <a:ext uri="{FF2B5EF4-FFF2-40B4-BE49-F238E27FC236}">
                <a16:creationId xmlns:a16="http://schemas.microsoft.com/office/drawing/2014/main" id="{2A049E24-41CF-4E11-BA4F-68E750C7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8102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772">
            <a:extLst xmlns:a="http://schemas.openxmlformats.org/drawingml/2006/main">
              <a:ext uri="{FF2B5EF4-FFF2-40B4-BE49-F238E27FC236}">
                <a16:creationId xmlns:a16="http://schemas.microsoft.com/office/drawing/2014/main" id="{661B5B25-EFD6-46B2-BD67-02632C16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773">
            <a:extLst xmlns:a="http://schemas.openxmlformats.org/drawingml/2006/main">
              <a:ext uri="{FF2B5EF4-FFF2-40B4-BE49-F238E27FC236}">
                <a16:creationId xmlns:a16="http://schemas.microsoft.com/office/drawing/2014/main" id="{C99828C5-F482-4D37-82CA-06756BC7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774">
            <a:extLst xmlns:a="http://schemas.openxmlformats.org/drawingml/2006/main">
              <a:ext uri="{FF2B5EF4-FFF2-40B4-BE49-F238E27FC236}">
                <a16:creationId xmlns:a16="http://schemas.microsoft.com/office/drawing/2014/main" id="{CFE6FFB3-2FE5-4EA5-A6A9-57CD48F0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90700"/>
            <a:ext cx="304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object-775">
            <a:extLst xmlns:a="http://schemas.openxmlformats.org/drawingml/2006/main">
              <a:ext uri="{FF2B5EF4-FFF2-40B4-BE49-F238E27FC236}">
                <a16:creationId xmlns:a16="http://schemas.microsoft.com/office/drawing/2014/main" id="{45C30D10-F83B-4454-BE57-2F16A926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57375"/>
            <a:ext cx="2876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신청 기간과 지원 조건은 해당 공식 공지를 확인해 주세요.</a:t>
            </a:r>
          </a:p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이 답변은 화면 표시 예시입니다.</a:t>
            </a:r>
          </a:p>
        </p:txBody>
      </p:sp>
      <p:sp>
        <p:nvSpPr>
          <p:cNvPr id="41" name="object-776">
            <a:extLst xmlns:a="http://schemas.openxmlformats.org/drawingml/2006/main">
              <a:ext uri="{FF2B5EF4-FFF2-40B4-BE49-F238E27FC236}">
                <a16:creationId xmlns:a16="http://schemas.microsoft.com/office/drawing/2014/main" id="{B7B0A486-0871-4379-9290-BC9CFF5C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147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참고 공식 공지 (1건)</a:t>
            </a:r>
          </a:p>
        </p:txBody>
      </p:sp>
      <p:sp>
        <p:nvSpPr>
          <p:cNvPr id="42" name="object-777">
            <a:extLst xmlns:a="http://schemas.openxmlformats.org/drawingml/2006/main">
              <a:ext uri="{FF2B5EF4-FFF2-40B4-BE49-F238E27FC236}">
                <a16:creationId xmlns:a16="http://schemas.microsoft.com/office/drawing/2014/main" id="{D9B5116D-6223-4CF3-9D25-FA4CD899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57600"/>
            <a:ext cx="304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43" name="object-778">
            <a:extLst xmlns:a="http://schemas.openxmlformats.org/drawingml/2006/main">
              <a:ext uri="{FF2B5EF4-FFF2-40B4-BE49-F238E27FC236}">
                <a16:creationId xmlns:a16="http://schemas.microsoft.com/office/drawing/2014/main" id="{E694027B-82D0-43DA-B514-210B56F5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7433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장학  /  공식 공지</a:t>
            </a:r>
          </a:p>
        </p:txBody>
      </p:sp>
      <p:sp>
        <p:nvSpPr>
          <p:cNvPr id="44" name="object-779">
            <a:extLst xmlns:a="http://schemas.openxmlformats.org/drawingml/2006/main">
              <a:ext uri="{FF2B5EF4-FFF2-40B4-BE49-F238E27FC236}">
                <a16:creationId xmlns:a16="http://schemas.microsoft.com/office/drawing/2014/main" id="{224DD682-EEA3-444E-82D7-BABD9420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1338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장학금 신청 안내  [표시 예시]</a:t>
            </a:r>
          </a:p>
        </p:txBody>
      </p:sp>
      <p:sp>
        <p:nvSpPr>
          <p:cNvPr id="45" name="object-780">
            <a:extLst xmlns:a="http://schemas.openxmlformats.org/drawingml/2006/main">
              <a:ext uri="{FF2B5EF4-FFF2-40B4-BE49-F238E27FC236}">
                <a16:creationId xmlns:a16="http://schemas.microsoft.com/office/drawing/2014/main" id="{BABF90AF-E70C-4F3A-911B-D71764D6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5529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등록일 YYYY-MM-DD  /  한성대학교</a:t>
            </a:r>
          </a:p>
        </p:txBody>
      </p:sp>
      <p:sp>
        <p:nvSpPr>
          <p:cNvPr id="46" name="object-781">
            <a:extLst xmlns:a="http://schemas.openxmlformats.org/drawingml/2006/main">
              <a:ext uri="{FF2B5EF4-FFF2-40B4-BE49-F238E27FC236}">
                <a16:creationId xmlns:a16="http://schemas.microsoft.com/office/drawing/2014/main" id="{32683657-34CB-4B49-B3DC-2850C880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953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공지 원문 바로가기</a:t>
            </a:r>
          </a:p>
        </p:txBody>
      </p:sp>
      <p:sp>
        <p:nvSpPr>
          <p:cNvPr id="47" name="object-782">
            <a:extLst xmlns:a="http://schemas.openxmlformats.org/drawingml/2006/main">
              <a:ext uri="{FF2B5EF4-FFF2-40B4-BE49-F238E27FC236}">
                <a16:creationId xmlns:a16="http://schemas.microsoft.com/office/drawing/2014/main" id="{9F65B291-B2BD-48EB-9144-FCA70A10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bject-783">
            <a:extLst xmlns:a="http://schemas.openxmlformats.org/drawingml/2006/main">
              <a:ext uri="{FF2B5EF4-FFF2-40B4-BE49-F238E27FC236}">
                <a16:creationId xmlns:a16="http://schemas.microsoft.com/office/drawing/2014/main" id="{B05B190D-3144-4995-A149-2F26DCBC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9" name="object-784">
            <a:extLst xmlns:a="http://schemas.openxmlformats.org/drawingml/2006/main">
              <a:ext uri="{FF2B5EF4-FFF2-40B4-BE49-F238E27FC236}">
                <a16:creationId xmlns:a16="http://schemas.microsoft.com/office/drawing/2014/main" id="{35029F0A-F88A-45A5-8604-9F593686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object-785">
            <a:extLst xmlns:a="http://schemas.openxmlformats.org/drawingml/2006/main">
              <a:ext uri="{FF2B5EF4-FFF2-40B4-BE49-F238E27FC236}">
                <a16:creationId xmlns:a16="http://schemas.microsoft.com/office/drawing/2014/main" id="{0214EB52-15D5-4E4A-A1C0-FDE3AAED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1" name="object-786">
            <a:extLst xmlns:a="http://schemas.openxmlformats.org/drawingml/2006/main">
              <a:ext uri="{FF2B5EF4-FFF2-40B4-BE49-F238E27FC236}">
                <a16:creationId xmlns:a16="http://schemas.microsoft.com/office/drawing/2014/main" id="{2E656CD6-8C51-4076-A759-7A009888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object-787">
            <a:extLst xmlns:a="http://schemas.openxmlformats.org/drawingml/2006/main">
              <a:ext uri="{FF2B5EF4-FFF2-40B4-BE49-F238E27FC236}">
                <a16:creationId xmlns:a16="http://schemas.microsoft.com/office/drawing/2014/main" id="{E8E60BC5-C87B-4A5E-8D7C-5308EDDC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3" name="object-788">
            <a:extLst xmlns:a="http://schemas.openxmlformats.org/drawingml/2006/main">
              <a:ext uri="{FF2B5EF4-FFF2-40B4-BE49-F238E27FC236}">
                <a16:creationId xmlns:a16="http://schemas.microsoft.com/office/drawing/2014/main" id="{57033D04-F85E-45C6-B037-FB7E991B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object-789">
            <a:extLst xmlns:a="http://schemas.openxmlformats.org/drawingml/2006/main">
              <a:ext uri="{FF2B5EF4-FFF2-40B4-BE49-F238E27FC236}">
                <a16:creationId xmlns:a16="http://schemas.microsoft.com/office/drawing/2014/main" id="{0FD69463-2A8C-4269-B170-88CC1B97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589126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object-790">
            <a:extLst xmlns:a="http://schemas.openxmlformats.org/drawingml/2006/main">
              <a:ext uri="{FF2B5EF4-FFF2-40B4-BE49-F238E27FC236}">
                <a16:creationId xmlns:a16="http://schemas.microsoft.com/office/drawing/2014/main" id="{56F9B202-93C7-414C-908D-67720DB1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791">
            <a:extLst xmlns:a="http://schemas.openxmlformats.org/drawingml/2006/main">
              <a:ext uri="{FF2B5EF4-FFF2-40B4-BE49-F238E27FC236}">
                <a16:creationId xmlns:a16="http://schemas.microsoft.com/office/drawing/2014/main" id="{E46442A2-4FAC-4A68-A0E4-AD7056C3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792">
            <a:extLst xmlns:a="http://schemas.openxmlformats.org/drawingml/2006/main">
              <a:ext uri="{FF2B5EF4-FFF2-40B4-BE49-F238E27FC236}">
                <a16:creationId xmlns:a16="http://schemas.microsoft.com/office/drawing/2014/main" id="{B6D2FD81-21E1-40AC-BA85-B7462C35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4" name="object-793">
            <a:extLst xmlns:a="http://schemas.openxmlformats.org/drawingml/2006/main">
              <a:ext uri="{FF2B5EF4-FFF2-40B4-BE49-F238E27FC236}">
                <a16:creationId xmlns:a16="http://schemas.microsoft.com/office/drawing/2014/main" id="{7B6B3190-859F-4BD3-BE23-CE6F25F1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794">
            <a:extLst xmlns:a="http://schemas.openxmlformats.org/drawingml/2006/main">
              <a:ext uri="{FF2B5EF4-FFF2-40B4-BE49-F238E27FC236}">
                <a16:creationId xmlns:a16="http://schemas.microsoft.com/office/drawing/2014/main" id="{933887A8-3C25-4AF8-825A-935DC169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입력 길이 안내</a:t>
            </a:r>
          </a:p>
        </p:txBody>
      </p:sp>
      <p:sp>
        <p:nvSpPr>
          <p:cNvPr id="6" name="object-795">
            <a:extLst xmlns:a="http://schemas.openxmlformats.org/drawingml/2006/main">
              <a:ext uri="{FF2B5EF4-FFF2-40B4-BE49-F238E27FC236}">
                <a16:creationId xmlns:a16="http://schemas.microsoft.com/office/drawing/2014/main" id="{C939C54F-CFA2-4DEE-A5EC-62E3B172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796">
            <a:extLst xmlns:a="http://schemas.openxmlformats.org/drawingml/2006/main">
              <a:ext uri="{FF2B5EF4-FFF2-40B4-BE49-F238E27FC236}">
                <a16:creationId xmlns:a16="http://schemas.microsoft.com/office/drawing/2014/main" id="{F8A7C1D2-31D2-44B2-B347-33CAA93E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Home &gt; 대화</a:t>
            </a:r>
          </a:p>
        </p:txBody>
      </p:sp>
      <p:sp>
        <p:nvSpPr>
          <p:cNvPr id="8" name="object-797">
            <a:extLst xmlns:a="http://schemas.openxmlformats.org/drawingml/2006/main">
              <a:ext uri="{FF2B5EF4-FFF2-40B4-BE49-F238E27FC236}">
                <a16:creationId xmlns:a16="http://schemas.microsoft.com/office/drawing/2014/main" id="{C9689E3E-1590-4D6E-B017-1185894D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798">
            <a:extLst xmlns:a="http://schemas.openxmlformats.org/drawingml/2006/main">
              <a:ext uri="{FF2B5EF4-FFF2-40B4-BE49-F238E27FC236}">
                <a16:creationId xmlns:a16="http://schemas.microsoft.com/office/drawing/2014/main" id="{680831AB-B855-4B16-AD55-F5FBD4AD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UI-014</a:t>
            </a:r>
          </a:p>
        </p:txBody>
      </p:sp>
      <p:sp>
        <p:nvSpPr>
          <p:cNvPr id="10" name="object-799">
            <a:extLst xmlns:a="http://schemas.openxmlformats.org/drawingml/2006/main">
              <a:ext uri="{FF2B5EF4-FFF2-40B4-BE49-F238E27FC236}">
                <a16:creationId xmlns:a16="http://schemas.microsoft.com/office/drawing/2014/main" id="{E3BF757A-002A-446A-9D5F-D567B667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19    2026-10-18    v1.0</a:t>
            </a:r>
          </a:p>
        </p:txBody>
      </p:sp>
      <p:sp>
        <p:nvSpPr>
          <p:cNvPr id="11" name="object-800">
            <a:extLst xmlns:a="http://schemas.openxmlformats.org/drawingml/2006/main">
              <a:ext uri="{FF2B5EF4-FFF2-40B4-BE49-F238E27FC236}">
                <a16:creationId xmlns:a16="http://schemas.microsoft.com/office/drawing/2014/main" id="{51AEEFE3-E885-427C-9D35-1D83DE0E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CampusRAG</a:t>
            </a:r>
          </a:p>
        </p:txBody>
      </p:sp>
      <p:sp>
        <p:nvSpPr>
          <p:cNvPr id="12" name="object-801">
            <a:extLst xmlns:a="http://schemas.openxmlformats.org/drawingml/2006/main">
              <a:ext uri="{FF2B5EF4-FFF2-40B4-BE49-F238E27FC236}">
                <a16:creationId xmlns:a16="http://schemas.microsoft.com/office/drawing/2014/main" id="{AFCEBC4F-D262-4690-A5DB-AC687799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13" name="object-802">
            <a:extLst xmlns:a="http://schemas.openxmlformats.org/drawingml/2006/main">
              <a:ext uri="{FF2B5EF4-FFF2-40B4-BE49-F238E27FC236}">
                <a16:creationId xmlns:a16="http://schemas.microsoft.com/office/drawing/2014/main" id="{C977A73B-EBEE-4305-8778-193E9F5B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803">
            <a:extLst xmlns:a="http://schemas.openxmlformats.org/drawingml/2006/main">
              <a:ext uri="{FF2B5EF4-FFF2-40B4-BE49-F238E27FC236}">
                <a16:creationId xmlns:a16="http://schemas.microsoft.com/office/drawing/2014/main" id="{14775EF1-7749-431C-A088-17AF88DF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8650"/>
            <a:ext cx="3114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5" name="object-804">
            <a:extLst xmlns:a="http://schemas.openxmlformats.org/drawingml/2006/main">
              <a:ext uri="{FF2B5EF4-FFF2-40B4-BE49-F238E27FC236}">
                <a16:creationId xmlns:a16="http://schemas.microsoft.com/office/drawing/2014/main" id="{84F2B235-A959-4983-95DA-0EFBE19B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"/>
            <a:ext cx="2943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6" name="object-805">
            <a:extLst xmlns:a="http://schemas.openxmlformats.org/drawingml/2006/main">
              <a:ext uri="{FF2B5EF4-FFF2-40B4-BE49-F238E27FC236}">
                <a16:creationId xmlns:a16="http://schemas.microsoft.com/office/drawing/2014/main" id="{7EF0CEFA-9A70-42AA-9A83-D6A64216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28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object-806">
            <a:extLst xmlns:a="http://schemas.openxmlformats.org/drawingml/2006/main">
              <a:ext uri="{FF2B5EF4-FFF2-40B4-BE49-F238E27FC236}">
                <a16:creationId xmlns:a16="http://schemas.microsoft.com/office/drawing/2014/main" id="{879A7203-D351-41AC-82C5-3DB11BB1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87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개선안: 500자 입력 제한과 현재 글자 수를 표시한다.</a:t>
            </a:r>
          </a:p>
        </p:txBody>
      </p:sp>
      <p:sp>
        <p:nvSpPr>
          <p:cNvPr id="18" name="object-807">
            <a:extLst xmlns:a="http://schemas.openxmlformats.org/drawingml/2006/main">
              <a:ext uri="{FF2B5EF4-FFF2-40B4-BE49-F238E27FC236}">
                <a16:creationId xmlns:a16="http://schemas.microsoft.com/office/drawing/2014/main" id="{8A61A780-7117-4FC9-8D37-728C87C7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808">
            <a:extLst xmlns:a="http://schemas.openxmlformats.org/drawingml/2006/main">
              <a:ext uri="{FF2B5EF4-FFF2-40B4-BE49-F238E27FC236}">
                <a16:creationId xmlns:a16="http://schemas.microsoft.com/office/drawing/2014/main" id="{B9B3D9C2-6EB7-4415-97FB-14CEB688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object-809">
            <a:extLst xmlns:a="http://schemas.openxmlformats.org/drawingml/2006/main">
              <a:ext uri="{FF2B5EF4-FFF2-40B4-BE49-F238E27FC236}">
                <a16:creationId xmlns:a16="http://schemas.microsoft.com/office/drawing/2014/main" id="{2796BF6F-A548-4939-AEAF-D7B44427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개선안: 초과 입력 시 전송을 막고 수정 방법을 안내한다.</a:t>
            </a:r>
          </a:p>
        </p:txBody>
      </p:sp>
      <p:sp>
        <p:nvSpPr>
          <p:cNvPr id="21" name="object-810">
            <a:extLst xmlns:a="http://schemas.openxmlformats.org/drawingml/2006/main">
              <a:ext uri="{FF2B5EF4-FFF2-40B4-BE49-F238E27FC236}">
                <a16:creationId xmlns:a16="http://schemas.microsoft.com/office/drawing/2014/main" id="{77CC2B70-0A31-4A2C-8132-2350D803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908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811">
            <a:extLst xmlns:a="http://schemas.openxmlformats.org/drawingml/2006/main">
              <a:ext uri="{FF2B5EF4-FFF2-40B4-BE49-F238E27FC236}">
                <a16:creationId xmlns:a16="http://schemas.microsoft.com/office/drawing/2014/main" id="{131AA554-2ECE-49C5-BF3C-11FEF1F1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object-812">
            <a:extLst xmlns:a="http://schemas.openxmlformats.org/drawingml/2006/main">
              <a:ext uri="{FF2B5EF4-FFF2-40B4-BE49-F238E27FC236}">
                <a16:creationId xmlns:a16="http://schemas.microsoft.com/office/drawing/2014/main" id="{AD747E0A-D003-458F-AA2D-D00E5EA8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서버의 422 검증은 현재 존재한다. 이 사전 안내 화면은 미구현이다.</a:t>
            </a:r>
          </a:p>
        </p:txBody>
      </p:sp>
      <p:sp>
        <p:nvSpPr>
          <p:cNvPr id="24" name="object-813">
            <a:extLst xmlns:a="http://schemas.openxmlformats.org/drawingml/2006/main">
              <a:ext uri="{FF2B5EF4-FFF2-40B4-BE49-F238E27FC236}">
                <a16:creationId xmlns:a16="http://schemas.microsoft.com/office/drawing/2014/main" id="{267BB8B7-AC8F-4FAC-B3B6-8E0DBF4B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95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814">
            <a:extLst xmlns:a="http://schemas.openxmlformats.org/drawingml/2006/main">
              <a:ext uri="{FF2B5EF4-FFF2-40B4-BE49-F238E27FC236}">
                <a16:creationId xmlns:a16="http://schemas.microsoft.com/office/drawing/2014/main" id="{3140F56F-8A67-453E-8921-68BA3AA6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object-815">
            <a:extLst xmlns:a="http://schemas.openxmlformats.org/drawingml/2006/main">
              <a:ext uri="{FF2B5EF4-FFF2-40B4-BE49-F238E27FC236}">
                <a16:creationId xmlns:a16="http://schemas.microsoft.com/office/drawing/2014/main" id="{8676B7D4-36D9-4A91-9EC6-EAF25CA3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552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개선안: 처리 중 초기화 시 기존 요청 취소 또는 무효 응답 차단을 함께 반영한다.</a:t>
            </a:r>
          </a:p>
        </p:txBody>
      </p:sp>
      <p:sp>
        <p:nvSpPr>
          <p:cNvPr id="27" name="object-816">
            <a:extLst xmlns:a="http://schemas.openxmlformats.org/drawingml/2006/main">
              <a:ext uri="{FF2B5EF4-FFF2-40B4-BE49-F238E27FC236}">
                <a16:creationId xmlns:a16="http://schemas.microsoft.com/office/drawing/2014/main" id="{F31A21CF-614C-4CF4-BBD4-790DBF35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48250"/>
            <a:ext cx="2828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817">
            <a:extLst xmlns:a="http://schemas.openxmlformats.org/drawingml/2006/main">
              <a:ext uri="{FF2B5EF4-FFF2-40B4-BE49-F238E27FC236}">
                <a16:creationId xmlns:a16="http://schemas.microsoft.com/office/drawing/2014/main" id="{92B7DEB3-21F2-4C74-9F9C-5D81B812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578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9C65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9C65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C6500"/>
                </a:solidFill>
                <a:latin typeface="Malgun Gothic"/>
                <a:ea typeface="Malgun Gothic"/>
                <a:cs typeface="Malgun Gothic"/>
              </a:rPr>
              <a:t>상태  추가 설계</a:t>
            </a:r>
          </a:p>
        </p:txBody>
      </p:sp>
      <p:sp>
        <p:nvSpPr>
          <p:cNvPr id="29" name="object-818">
            <a:extLst xmlns:a="http://schemas.openxmlformats.org/drawingml/2006/main">
              <a:ext uri="{FF2B5EF4-FFF2-40B4-BE49-F238E27FC236}">
                <a16:creationId xmlns:a16="http://schemas.microsoft.com/office/drawing/2014/main" id="{62A42228-2298-42AE-BE09-AF22B57A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6262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 FR-001, NFR-006</a:t>
            </a:r>
          </a:p>
        </p:txBody>
      </p:sp>
      <p:sp>
        <p:nvSpPr>
          <p:cNvPr id="30" name="object-819">
            <a:extLst xmlns:a="http://schemas.openxmlformats.org/drawingml/2006/main">
              <a:ext uri="{FF2B5EF4-FFF2-40B4-BE49-F238E27FC236}">
                <a16:creationId xmlns:a16="http://schemas.microsoft.com/office/drawing/2014/main" id="{6B3D1196-8DEA-4991-9990-77F0767F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820">
            <a:extLst xmlns:a="http://schemas.openxmlformats.org/drawingml/2006/main">
              <a:ext uri="{FF2B5EF4-FFF2-40B4-BE49-F238E27FC236}">
                <a16:creationId xmlns:a16="http://schemas.microsoft.com/office/drawing/2014/main" id="{5D84A597-861D-491D-A03E-38BD1A3E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804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2" name="object-821">
            <a:extLst xmlns:a="http://schemas.openxmlformats.org/drawingml/2006/main">
              <a:ext uri="{FF2B5EF4-FFF2-40B4-BE49-F238E27FC236}">
                <a16:creationId xmlns:a16="http://schemas.microsoft.com/office/drawing/2014/main" id="{CCFF93A1-C9B6-4830-A7E3-1B2A8532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677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</a:t>
            </a:r>
          </a:p>
        </p:txBody>
      </p:sp>
      <p:sp>
        <p:nvSpPr>
          <p:cNvPr id="33" name="object-822">
            <a:extLst xmlns:a="http://schemas.openxmlformats.org/drawingml/2006/main">
              <a:ext uri="{FF2B5EF4-FFF2-40B4-BE49-F238E27FC236}">
                <a16:creationId xmlns:a16="http://schemas.microsoft.com/office/drawing/2014/main" id="{64F03663-0AB0-47FB-B288-14007D28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71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안내   초기화</a:t>
            </a:r>
          </a:p>
        </p:txBody>
      </p:sp>
      <p:sp>
        <p:nvSpPr>
          <p:cNvPr id="34" name="object-823">
            <a:extLst xmlns:a="http://schemas.openxmlformats.org/drawingml/2006/main">
              <a:ext uri="{FF2B5EF4-FFF2-40B4-BE49-F238E27FC236}">
                <a16:creationId xmlns:a16="http://schemas.microsoft.com/office/drawing/2014/main" id="{340D248B-0115-49CD-9E87-CC632621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8048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5" name="object-824">
            <a:extLst xmlns:a="http://schemas.openxmlformats.org/drawingml/2006/main">
              <a:ext uri="{FF2B5EF4-FFF2-40B4-BE49-F238E27FC236}">
                <a16:creationId xmlns:a16="http://schemas.microsoft.com/office/drawing/2014/main" id="{32E19715-700C-4E6D-B3F8-F8DEF44C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267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6" name="object-825">
            <a:extLst xmlns:a="http://schemas.openxmlformats.org/drawingml/2006/main">
              <a:ext uri="{FF2B5EF4-FFF2-40B4-BE49-F238E27FC236}">
                <a16:creationId xmlns:a16="http://schemas.microsoft.com/office/drawing/2014/main" id="{7BFBF399-DF23-4A78-B664-DE2186C3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공지사항에 대해 질문하세요</a:t>
            </a:r>
          </a:p>
        </p:txBody>
      </p:sp>
      <p:sp>
        <p:nvSpPr>
          <p:cNvPr id="37" name="object-826">
            <a:extLst xmlns:a="http://schemas.openxmlformats.org/drawingml/2006/main">
              <a:ext uri="{FF2B5EF4-FFF2-40B4-BE49-F238E27FC236}">
                <a16:creationId xmlns:a16="http://schemas.microsoft.com/office/drawing/2014/main" id="{9927CADB-8FBA-42D8-A581-D7241EDA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00725"/>
            <a:ext cx="4953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8" name="object-827">
            <a:extLst xmlns:a="http://schemas.openxmlformats.org/drawingml/2006/main">
              <a:ext uri="{FF2B5EF4-FFF2-40B4-BE49-F238E27FC236}">
                <a16:creationId xmlns:a16="http://schemas.microsoft.com/office/drawing/2014/main" id="{61A4C323-92D9-40F9-A808-0532F3DE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82930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9" name="object-828">
            <a:extLst xmlns:a="http://schemas.openxmlformats.org/drawingml/2006/main">
              <a:ext uri="{FF2B5EF4-FFF2-40B4-BE49-F238E27FC236}">
                <a16:creationId xmlns:a16="http://schemas.microsoft.com/office/drawing/2014/main" id="{73FE03BB-3C7B-47C5-9A26-CED014F4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766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9C65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9C65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9C6500"/>
                </a:solidFill>
                <a:latin typeface="Malgun Gothic"/>
                <a:ea typeface="Malgun Gothic"/>
                <a:cs typeface="Malgun Gothic"/>
              </a:rPr>
              <a:t>개선 설계</a:t>
            </a:r>
          </a:p>
        </p:txBody>
      </p:sp>
      <p:sp>
        <p:nvSpPr>
          <p:cNvPr id="40" name="object-829">
            <a:extLst xmlns:a="http://schemas.openxmlformats.org/drawingml/2006/main">
              <a:ext uri="{FF2B5EF4-FFF2-40B4-BE49-F238E27FC236}">
                <a16:creationId xmlns:a16="http://schemas.microsoft.com/office/drawing/2014/main" id="{A4E151C3-60FA-456B-B6EF-A06CC653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766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41" name="object-830">
            <a:extLst xmlns:a="http://schemas.openxmlformats.org/drawingml/2006/main">
              <a:ext uri="{FF2B5EF4-FFF2-40B4-BE49-F238E27FC236}">
                <a16:creationId xmlns:a16="http://schemas.microsoft.com/office/drawing/2014/main" id="{3A9488A7-C79D-4C9B-BBCB-8C1F8182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43175"/>
            <a:ext cx="74961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991B1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99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991B1B"/>
                </a:solidFill>
                <a:latin typeface="Malgun Gothic"/>
                <a:ea typeface="Malgun Gothic"/>
                <a:cs typeface="Malgun Gothic"/>
              </a:rPr>
              <a:t>질문은 500자 이내로 입력해 주세요.</a:t>
            </a:r>
          </a:p>
          <a:p xmlns:a="http://schemas.openxmlformats.org/drawingml/2006/main">
            <a:pPr algn="l">
              <a:defRPr sz="1425" b="0">
                <a:solidFill>
                  <a:srgbClr val="99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991B1B"/>
                </a:solidFill>
                <a:latin typeface="Malgun Gothic"/>
                <a:ea typeface="Malgun Gothic"/>
                <a:cs typeface="Malgun Gothic"/>
              </a:rPr>
              <a:t>주제와 연도·학기를 중심으로 줄여 주세요.</a:t>
            </a:r>
          </a:p>
        </p:txBody>
      </p:sp>
      <p:sp>
        <p:nvSpPr>
          <p:cNvPr id="42" name="object-831">
            <a:extLst xmlns:a="http://schemas.openxmlformats.org/drawingml/2006/main">
              <a:ext uri="{FF2B5EF4-FFF2-40B4-BE49-F238E27FC236}">
                <a16:creationId xmlns:a16="http://schemas.microsoft.com/office/drawing/2014/main" id="{021F89A1-345F-4238-807C-5584F67B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2006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9C65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9C650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6500"/>
                </a:solidFill>
                <a:latin typeface="Malgun Gothic"/>
                <a:ea typeface="Malgun Gothic"/>
                <a:cs typeface="Malgun Gothic"/>
              </a:rPr>
              <a:t>500 / 500</a:t>
            </a:r>
          </a:p>
        </p:txBody>
      </p:sp>
      <p:sp>
        <p:nvSpPr>
          <p:cNvPr id="43" name="object-832">
            <a:extLst xmlns:a="http://schemas.openxmlformats.org/drawingml/2006/main">
              <a:ext uri="{FF2B5EF4-FFF2-40B4-BE49-F238E27FC236}">
                <a16:creationId xmlns:a16="http://schemas.microsoft.com/office/drawing/2014/main" id="{4F0FDE34-99AB-4EAB-9D0A-81F2D5DB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object-833">
            <a:extLst xmlns:a="http://schemas.openxmlformats.org/drawingml/2006/main">
              <a:ext uri="{FF2B5EF4-FFF2-40B4-BE49-F238E27FC236}">
                <a16:creationId xmlns:a16="http://schemas.microsoft.com/office/drawing/2014/main" id="{05CBD147-CD3C-4AA7-8AE2-12A3C7D8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5" name="object-834">
            <a:extLst xmlns:a="http://schemas.openxmlformats.org/drawingml/2006/main">
              <a:ext uri="{FF2B5EF4-FFF2-40B4-BE49-F238E27FC236}">
                <a16:creationId xmlns:a16="http://schemas.microsoft.com/office/drawing/2014/main" id="{052DD0E7-B468-40A5-88C8-28D30306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object-835">
            <a:extLst xmlns:a="http://schemas.openxmlformats.org/drawingml/2006/main">
              <a:ext uri="{FF2B5EF4-FFF2-40B4-BE49-F238E27FC236}">
                <a16:creationId xmlns:a16="http://schemas.microsoft.com/office/drawing/2014/main" id="{0B7A8697-F949-4FDB-854B-675D35FC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7" name="object-836">
            <a:extLst xmlns:a="http://schemas.openxmlformats.org/drawingml/2006/main">
              <a:ext uri="{FF2B5EF4-FFF2-40B4-BE49-F238E27FC236}">
                <a16:creationId xmlns:a16="http://schemas.microsoft.com/office/drawing/2014/main" id="{265F2E5B-22C8-44AE-813F-750AEB74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bject-837">
            <a:extLst xmlns:a="http://schemas.openxmlformats.org/drawingml/2006/main">
              <a:ext uri="{FF2B5EF4-FFF2-40B4-BE49-F238E27FC236}">
                <a16:creationId xmlns:a16="http://schemas.microsoft.com/office/drawing/2014/main" id="{05AB802D-D656-47CE-A714-EA86D050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9" name="object-838">
            <a:extLst xmlns:a="http://schemas.openxmlformats.org/drawingml/2006/main">
              <a:ext uri="{FF2B5EF4-FFF2-40B4-BE49-F238E27FC236}">
                <a16:creationId xmlns:a16="http://schemas.microsoft.com/office/drawing/2014/main" id="{1EA4A538-A930-416B-8170-9C57CCF7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object-839">
            <a:extLst xmlns:a="http://schemas.openxmlformats.org/drawingml/2006/main">
              <a:ext uri="{FF2B5EF4-FFF2-40B4-BE49-F238E27FC236}">
                <a16:creationId xmlns:a16="http://schemas.microsoft.com/office/drawing/2014/main" id="{0833B5CF-B004-4746-AE50-0D84D511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81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709085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object-840">
            <a:extLst xmlns:a="http://schemas.openxmlformats.org/drawingml/2006/main">
              <a:ext uri="{FF2B5EF4-FFF2-40B4-BE49-F238E27FC236}">
                <a16:creationId xmlns:a16="http://schemas.microsoft.com/office/drawing/2014/main" id="{BE015C37-BF80-44C5-8721-E8EB3680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841">
            <a:extLst xmlns:a="http://schemas.openxmlformats.org/drawingml/2006/main">
              <a:ext uri="{FF2B5EF4-FFF2-40B4-BE49-F238E27FC236}">
                <a16:creationId xmlns:a16="http://schemas.microsoft.com/office/drawing/2014/main" id="{1E202797-CC68-4877-8214-339B6D6D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842">
            <a:extLst xmlns:a="http://schemas.openxmlformats.org/drawingml/2006/main">
              <a:ext uri="{FF2B5EF4-FFF2-40B4-BE49-F238E27FC236}">
                <a16:creationId xmlns:a16="http://schemas.microsoft.com/office/drawing/2014/main" id="{1AD214F4-9122-4E02-A6D9-287DF09B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기술 연계</a:t>
            </a:r>
          </a:p>
        </p:txBody>
      </p:sp>
      <p:sp>
        <p:nvSpPr>
          <p:cNvPr id="4" name="object-843">
            <a:extLst xmlns:a="http://schemas.openxmlformats.org/drawingml/2006/main">
              <a:ext uri="{FF2B5EF4-FFF2-40B4-BE49-F238E27FC236}">
                <a16:creationId xmlns:a16="http://schemas.microsoft.com/office/drawing/2014/main" id="{A8504F3B-88E5-4407-A242-F5E36647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844">
            <a:extLst xmlns:a="http://schemas.openxmlformats.org/drawingml/2006/main">
              <a:ext uri="{FF2B5EF4-FFF2-40B4-BE49-F238E27FC236}">
                <a16:creationId xmlns:a16="http://schemas.microsoft.com/office/drawing/2014/main" id="{A152ABA6-5B32-499F-9C24-FA861C0B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서비스와 지식 갱신 아키텍처</a:t>
            </a:r>
          </a:p>
        </p:txBody>
      </p:sp>
      <p:sp>
        <p:nvSpPr>
          <p:cNvPr id="6" name="object-845">
            <a:extLst xmlns:a="http://schemas.openxmlformats.org/drawingml/2006/main">
              <a:ext uri="{FF2B5EF4-FFF2-40B4-BE49-F238E27FC236}">
                <a16:creationId xmlns:a16="http://schemas.microsoft.com/office/drawing/2014/main" id="{8AC781CD-A9CE-45C3-971A-5CDAA93F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846">
            <a:extLst xmlns:a="http://schemas.openxmlformats.org/drawingml/2006/main">
              <a:ext uri="{FF2B5EF4-FFF2-40B4-BE49-F238E27FC236}">
                <a16:creationId xmlns:a16="http://schemas.microsoft.com/office/drawing/2014/main" id="{84A072EB-B829-418E-82A9-44C35A97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</a:t>
            </a:r>
          </a:p>
        </p:txBody>
      </p:sp>
      <p:sp>
        <p:nvSpPr>
          <p:cNvPr id="8" name="object-847">
            <a:extLst xmlns:a="http://schemas.openxmlformats.org/drawingml/2006/main">
              <a:ext uri="{FF2B5EF4-FFF2-40B4-BE49-F238E27FC236}">
                <a16:creationId xmlns:a16="http://schemas.microsoft.com/office/drawing/2014/main" id="{8E66FCDF-42A4-45D2-B18A-66C09210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848">
            <a:extLst xmlns:a="http://schemas.openxmlformats.org/drawingml/2006/main">
              <a:ext uri="{FF2B5EF4-FFF2-40B4-BE49-F238E27FC236}">
                <a16:creationId xmlns:a16="http://schemas.microsoft.com/office/drawing/2014/main" id="{15A9E3D5-D405-42D9-8196-491C8A6B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ARC-001</a:t>
            </a:r>
          </a:p>
        </p:txBody>
      </p:sp>
      <p:sp>
        <p:nvSpPr>
          <p:cNvPr id="10" name="object-849">
            <a:extLst xmlns:a="http://schemas.openxmlformats.org/drawingml/2006/main">
              <a:ext uri="{FF2B5EF4-FFF2-40B4-BE49-F238E27FC236}">
                <a16:creationId xmlns:a16="http://schemas.microsoft.com/office/drawing/2014/main" id="{B8725629-56D8-4FEE-927A-C5DE0160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20    2026-10-18    v1.0</a:t>
            </a:r>
          </a:p>
        </p:txBody>
      </p:sp>
      <p:sp>
        <p:nvSpPr>
          <p:cNvPr id="11" name="object-850">
            <a:extLst xmlns:a="http://schemas.openxmlformats.org/drawingml/2006/main">
              <a:ext uri="{FF2B5EF4-FFF2-40B4-BE49-F238E27FC236}">
                <a16:creationId xmlns:a16="http://schemas.microsoft.com/office/drawing/2014/main" id="{694C966E-A6CC-4C8B-A143-B5F26E82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CampusRAG</a:t>
            </a:r>
          </a:p>
        </p:txBody>
      </p:sp>
      <p:sp>
        <p:nvSpPr>
          <p:cNvPr id="12" name="object-851">
            <a:extLst xmlns:a="http://schemas.openxmlformats.org/drawingml/2006/main">
              <a:ext uri="{FF2B5EF4-FFF2-40B4-BE49-F238E27FC236}">
                <a16:creationId xmlns:a16="http://schemas.microsoft.com/office/drawing/2014/main" id="{FBA3B0F8-C82F-4B3A-9BB3-AC16D5ED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13" name="object-852">
            <a:extLst xmlns:a="http://schemas.openxmlformats.org/drawingml/2006/main">
              <a:ext uri="{FF2B5EF4-FFF2-40B4-BE49-F238E27FC236}">
                <a16:creationId xmlns:a16="http://schemas.microsoft.com/office/drawing/2014/main" id="{E295B894-898F-437B-81C8-1A1E5F99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853">
            <a:extLst xmlns:a="http://schemas.openxmlformats.org/drawingml/2006/main">
              <a:ext uri="{FF2B5EF4-FFF2-40B4-BE49-F238E27FC236}">
                <a16:creationId xmlns:a16="http://schemas.microsoft.com/office/drawing/2014/main" id="{CB3B4B2D-6CA4-4982-B75A-060AB384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66825"/>
            <a:ext cx="241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React 웹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익명 질문과 출처</a:t>
            </a:r>
          </a:p>
        </p:txBody>
      </p:sp>
      <p:sp>
        <p:nvSpPr>
          <p:cNvPr id="15" name="object-854">
            <a:extLst xmlns:a="http://schemas.openxmlformats.org/drawingml/2006/main">
              <a:ext uri="{FF2B5EF4-FFF2-40B4-BE49-F238E27FC236}">
                <a16:creationId xmlns:a16="http://schemas.microsoft.com/office/drawing/2014/main" id="{ED4CD465-FFA8-4BC9-9BED-5C95FB97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238250"/>
            <a:ext cx="2619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6" name="object-855">
            <a:extLst xmlns:a="http://schemas.openxmlformats.org/drawingml/2006/main">
              <a:ext uri="{FF2B5EF4-FFF2-40B4-BE49-F238E27FC236}">
                <a16:creationId xmlns:a16="http://schemas.microsoft.com/office/drawing/2014/main" id="{213405DD-D51C-4C4E-A224-0EBAF05C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266825"/>
            <a:ext cx="25622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FastAPI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검증과 지연 초기화</a:t>
            </a:r>
          </a:p>
        </p:txBody>
      </p:sp>
      <p:sp>
        <p:nvSpPr>
          <p:cNvPr id="17" name="object-856">
            <a:extLst xmlns:a="http://schemas.openxmlformats.org/drawingml/2006/main">
              <a:ext uri="{FF2B5EF4-FFF2-40B4-BE49-F238E27FC236}">
                <a16:creationId xmlns:a16="http://schemas.microsoft.com/office/drawing/2014/main" id="{4F90B358-A045-4754-B1B9-974172EA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2382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8" name="object-857">
            <a:extLst xmlns:a="http://schemas.openxmlformats.org/drawingml/2006/main">
              <a:ext uri="{FF2B5EF4-FFF2-40B4-BE49-F238E27FC236}">
                <a16:creationId xmlns:a16="http://schemas.microsoft.com/office/drawing/2014/main" id="{BED9C1F9-E3B8-4E40-9594-A4B8A6B1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266825"/>
            <a:ext cx="241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LLM 제공자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Gemini / OpenAI / local</a:t>
            </a:r>
          </a:p>
        </p:txBody>
      </p:sp>
      <p:sp>
        <p:nvSpPr>
          <p:cNvPr id="19" name="object-858">
            <a:extLst xmlns:a="http://schemas.openxmlformats.org/drawingml/2006/main">
              <a:ext uri="{FF2B5EF4-FFF2-40B4-BE49-F238E27FC236}">
                <a16:creationId xmlns:a16="http://schemas.microsoft.com/office/drawing/2014/main" id="{297FF623-6336-4263-A4A2-71A8D853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4573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HTTP</a:t>
            </a:r>
          </a:p>
        </p:txBody>
      </p:sp>
      <p:sp>
        <p:nvSpPr>
          <p:cNvPr id="20" name="object-859">
            <a:extLst xmlns:a="http://schemas.openxmlformats.org/drawingml/2006/main">
              <a:ext uri="{FF2B5EF4-FFF2-40B4-BE49-F238E27FC236}">
                <a16:creationId xmlns:a16="http://schemas.microsoft.com/office/drawing/2014/main" id="{4A0BD126-7415-49B8-A35D-16B2AD78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4573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SDK</a:t>
            </a:r>
          </a:p>
        </p:txBody>
      </p:sp>
      <p:sp>
        <p:nvSpPr>
          <p:cNvPr id="21" name="object-860">
            <a:extLst xmlns:a="http://schemas.openxmlformats.org/drawingml/2006/main">
              <a:ext uri="{FF2B5EF4-FFF2-40B4-BE49-F238E27FC236}">
                <a16:creationId xmlns:a16="http://schemas.microsoft.com/office/drawing/2014/main" id="{872D0230-6647-43E9-BB9C-CCD40ACA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38450"/>
            <a:ext cx="2619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2" name="object-861">
            <a:extLst xmlns:a="http://schemas.openxmlformats.org/drawingml/2006/main">
              <a:ext uri="{FF2B5EF4-FFF2-40B4-BE49-F238E27FC236}">
                <a16:creationId xmlns:a16="http://schemas.microsoft.com/office/drawing/2014/main" id="{AFA4D650-1726-41C9-A8DB-53D9BDE5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67025"/>
            <a:ext cx="25622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검색과 재정렬</a:t>
            </a:r>
          </a:p>
        </p:txBody>
      </p:sp>
      <p:sp>
        <p:nvSpPr>
          <p:cNvPr id="23" name="object-862">
            <a:extLst xmlns:a="http://schemas.openxmlformats.org/drawingml/2006/main">
              <a:ext uri="{FF2B5EF4-FFF2-40B4-BE49-F238E27FC236}">
                <a16:creationId xmlns:a16="http://schemas.microsoft.com/office/drawing/2014/main" id="{6B28CABF-A610-4C33-9957-C1840143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38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4" name="object-863">
            <a:extLst xmlns:a="http://schemas.openxmlformats.org/drawingml/2006/main">
              <a:ext uri="{FF2B5EF4-FFF2-40B4-BE49-F238E27FC236}">
                <a16:creationId xmlns:a16="http://schemas.microsoft.com/office/drawing/2014/main" id="{18AF6B7C-2343-47BA-BFDE-F2235FCC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67025"/>
            <a:ext cx="2419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Chroma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campus_knowledge</a:t>
            </a:r>
          </a:p>
        </p:txBody>
      </p:sp>
      <p:sp>
        <p:nvSpPr>
          <p:cNvPr id="25" name="object-864">
            <a:extLst xmlns:a="http://schemas.openxmlformats.org/drawingml/2006/main">
              <a:ext uri="{FF2B5EF4-FFF2-40B4-BE49-F238E27FC236}">
                <a16:creationId xmlns:a16="http://schemas.microsoft.com/office/drawing/2014/main" id="{37F5A3A0-E6D1-4E0A-94DA-CF7AD742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3847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근거</a:t>
            </a:r>
          </a:p>
        </p:txBody>
      </p:sp>
      <p:sp>
        <p:nvSpPr>
          <p:cNvPr id="26" name="object-865">
            <a:extLst xmlns:a="http://schemas.openxmlformats.org/drawingml/2006/main">
              <a:ext uri="{FF2B5EF4-FFF2-40B4-BE49-F238E27FC236}">
                <a16:creationId xmlns:a16="http://schemas.microsoft.com/office/drawing/2014/main" id="{1862D850-7835-4C26-B052-B0B317FC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86300"/>
            <a:ext cx="2476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7" name="object-866">
            <a:extLst xmlns:a="http://schemas.openxmlformats.org/drawingml/2006/main">
              <a:ext uri="{FF2B5EF4-FFF2-40B4-BE49-F238E27FC236}">
                <a16:creationId xmlns:a16="http://schemas.microsoft.com/office/drawing/2014/main" id="{9FBC7341-04AB-48CA-B572-C029F96B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14875"/>
            <a:ext cx="24193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공식 공개 자료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공지·안내·FAQ·서식</a:t>
            </a:r>
          </a:p>
        </p:txBody>
      </p:sp>
      <p:sp>
        <p:nvSpPr>
          <p:cNvPr id="28" name="object-867">
            <a:extLst xmlns:a="http://schemas.openxmlformats.org/drawingml/2006/main">
              <a:ext uri="{FF2B5EF4-FFF2-40B4-BE49-F238E27FC236}">
                <a16:creationId xmlns:a16="http://schemas.microsoft.com/office/drawing/2014/main" id="{7CF945E2-62F0-4A64-B000-D2DE4C0A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86300"/>
            <a:ext cx="2619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9" name="object-868">
            <a:extLst xmlns:a="http://schemas.openxmlformats.org/drawingml/2006/main">
              <a:ext uri="{FF2B5EF4-FFF2-40B4-BE49-F238E27FC236}">
                <a16:creationId xmlns:a16="http://schemas.microsoft.com/office/drawing/2014/main" id="{D2523EE6-9043-4F2B-8C45-FCE0900A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14875"/>
            <a:ext cx="256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수집·OCR·통합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새 후보와 엄격 검증</a:t>
            </a:r>
          </a:p>
        </p:txBody>
      </p:sp>
      <p:sp>
        <p:nvSpPr>
          <p:cNvPr id="30" name="object-869">
            <a:extLst xmlns:a="http://schemas.openxmlformats.org/drawingml/2006/main">
              <a:ext uri="{FF2B5EF4-FFF2-40B4-BE49-F238E27FC236}">
                <a16:creationId xmlns:a16="http://schemas.microsoft.com/office/drawing/2014/main" id="{E11651E2-CC67-4170-877D-F8803257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686300"/>
            <a:ext cx="2476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1" name="object-870">
            <a:extLst xmlns:a="http://schemas.openxmlformats.org/drawingml/2006/main">
              <a:ext uri="{FF2B5EF4-FFF2-40B4-BE49-F238E27FC236}">
                <a16:creationId xmlns:a16="http://schemas.microsoft.com/office/drawing/2014/main" id="{6757477F-D0E4-4141-97C8-222064D7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14875"/>
            <a:ext cx="24193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운영자 적용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정지·백업·교체</a:t>
            </a:r>
          </a:p>
        </p:txBody>
      </p:sp>
      <p:sp>
        <p:nvSpPr>
          <p:cNvPr id="32" name="object-871">
            <a:extLst xmlns:a="http://schemas.openxmlformats.org/drawingml/2006/main">
              <a:ext uri="{FF2B5EF4-FFF2-40B4-BE49-F238E27FC236}">
                <a16:creationId xmlns:a16="http://schemas.microsoft.com/office/drawing/2014/main" id="{9F917485-03DB-4CC3-9244-4C4F59F5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5300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수집</a:t>
            </a:r>
          </a:p>
        </p:txBody>
      </p:sp>
      <p:sp>
        <p:nvSpPr>
          <p:cNvPr id="33" name="object-872">
            <a:extLst xmlns:a="http://schemas.openxmlformats.org/drawingml/2006/main">
              <a:ext uri="{FF2B5EF4-FFF2-40B4-BE49-F238E27FC236}">
                <a16:creationId xmlns:a16="http://schemas.microsoft.com/office/drawing/2014/main" id="{B69F0980-6DE2-4984-8FF7-65A16FDD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5300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검증 후 적용</a:t>
            </a:r>
          </a:p>
        </p:txBody>
      </p:sp>
      <p:sp>
        <p:nvSpPr>
          <p:cNvPr id="34" name="object-873">
            <a:extLst xmlns:a="http://schemas.openxmlformats.org/drawingml/2006/main">
              <a:ext uri="{FF2B5EF4-FFF2-40B4-BE49-F238E27FC236}">
                <a16:creationId xmlns:a16="http://schemas.microsoft.com/office/drawing/2014/main" id="{B34091A3-48AD-4530-8477-24E11707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57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온라인 요청 경로</a:t>
            </a:r>
          </a:p>
        </p:txBody>
      </p:sp>
      <p:sp>
        <p:nvSpPr>
          <p:cNvPr id="35" name="object-874">
            <a:extLst xmlns:a="http://schemas.openxmlformats.org/drawingml/2006/main">
              <a:ext uri="{FF2B5EF4-FFF2-40B4-BE49-F238E27FC236}">
                <a16:creationId xmlns:a16="http://schemas.microsoft.com/office/drawing/2014/main" id="{86C91DB7-1EEA-498A-90AE-3648B013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052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오프라인 갱신 경로</a:t>
            </a:r>
          </a:p>
        </p:txBody>
      </p:sp>
      <p:sp>
        <p:nvSpPr>
          <p:cNvPr id="36" name="object-875">
            <a:extLst xmlns:a="http://schemas.openxmlformats.org/drawingml/2006/main">
              <a:ext uri="{FF2B5EF4-FFF2-40B4-BE49-F238E27FC236}">
                <a16:creationId xmlns:a16="http://schemas.microsoft.com/office/drawing/2014/main" id="{4B748B23-F593-47EC-9F88-2EDE88F6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959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Git 원본 갱신과 서비스 DB 반영은 별도 단계다. 계정 DB와 개인 일정 모듈은 활성 경로에 포함하지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8255874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object-876">
            <a:extLst xmlns:a="http://schemas.openxmlformats.org/drawingml/2006/main">
              <a:ext uri="{FF2B5EF4-FFF2-40B4-BE49-F238E27FC236}">
                <a16:creationId xmlns:a16="http://schemas.microsoft.com/office/drawing/2014/main" id="{200F3271-9A10-4B12-8644-1BE253F0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877">
            <a:extLst xmlns:a="http://schemas.openxmlformats.org/drawingml/2006/main">
              <a:ext uri="{FF2B5EF4-FFF2-40B4-BE49-F238E27FC236}">
                <a16:creationId xmlns:a16="http://schemas.microsoft.com/office/drawing/2014/main" id="{4ADC29FB-2A0A-46E2-9E19-7FE6BAF4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878">
            <a:extLst xmlns:a="http://schemas.openxmlformats.org/drawingml/2006/main">
              <a:ext uri="{FF2B5EF4-FFF2-40B4-BE49-F238E27FC236}">
                <a16:creationId xmlns:a16="http://schemas.microsoft.com/office/drawing/2014/main" id="{CDEFB055-C2D5-4086-AA52-224FA41C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데이터 구조</a:t>
            </a:r>
          </a:p>
        </p:txBody>
      </p:sp>
      <p:sp>
        <p:nvSpPr>
          <p:cNvPr id="4" name="object-879">
            <a:extLst xmlns:a="http://schemas.openxmlformats.org/drawingml/2006/main">
              <a:ext uri="{FF2B5EF4-FFF2-40B4-BE49-F238E27FC236}">
                <a16:creationId xmlns:a16="http://schemas.microsoft.com/office/drawing/2014/main" id="{1807590F-4739-4204-8906-9A1631D1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880">
            <a:extLst xmlns:a="http://schemas.openxmlformats.org/drawingml/2006/main">
              <a:ext uri="{FF2B5EF4-FFF2-40B4-BE49-F238E27FC236}">
                <a16:creationId xmlns:a16="http://schemas.microsoft.com/office/drawing/2014/main" id="{384FD546-C39C-4E3F-B59F-BBAFD1EB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논리 데이터 관계</a:t>
            </a:r>
          </a:p>
        </p:txBody>
      </p:sp>
      <p:sp>
        <p:nvSpPr>
          <p:cNvPr id="6" name="object-881">
            <a:extLst xmlns:a="http://schemas.openxmlformats.org/drawingml/2006/main">
              <a:ext uri="{FF2B5EF4-FFF2-40B4-BE49-F238E27FC236}">
                <a16:creationId xmlns:a16="http://schemas.microsoft.com/office/drawing/2014/main" id="{39423687-A031-4D40-A855-539EF410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882">
            <a:extLst xmlns:a="http://schemas.openxmlformats.org/drawingml/2006/main">
              <a:ext uri="{FF2B5EF4-FFF2-40B4-BE49-F238E27FC236}">
                <a16:creationId xmlns:a16="http://schemas.microsoft.com/office/drawing/2014/main" id="{7038D65B-A990-4656-B5F9-1627FC98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</a:t>
            </a:r>
          </a:p>
        </p:txBody>
      </p:sp>
      <p:sp>
        <p:nvSpPr>
          <p:cNvPr id="8" name="object-883">
            <a:extLst xmlns:a="http://schemas.openxmlformats.org/drawingml/2006/main">
              <a:ext uri="{FF2B5EF4-FFF2-40B4-BE49-F238E27FC236}">
                <a16:creationId xmlns:a16="http://schemas.microsoft.com/office/drawing/2014/main" id="{E6A1C836-A12F-4240-8142-3CE44548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884">
            <a:extLst xmlns:a="http://schemas.openxmlformats.org/drawingml/2006/main">
              <a:ext uri="{FF2B5EF4-FFF2-40B4-BE49-F238E27FC236}">
                <a16:creationId xmlns:a16="http://schemas.microsoft.com/office/drawing/2014/main" id="{29267377-5CE1-48DC-89D2-FD49BEBA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ERD-001</a:t>
            </a:r>
          </a:p>
        </p:txBody>
      </p:sp>
      <p:sp>
        <p:nvSpPr>
          <p:cNvPr id="10" name="object-885">
            <a:extLst xmlns:a="http://schemas.openxmlformats.org/drawingml/2006/main">
              <a:ext uri="{FF2B5EF4-FFF2-40B4-BE49-F238E27FC236}">
                <a16:creationId xmlns:a16="http://schemas.microsoft.com/office/drawing/2014/main" id="{1AC79963-25CD-453D-A5C0-B7E8DE71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21    2026-10-18    v1.0</a:t>
            </a:r>
          </a:p>
        </p:txBody>
      </p:sp>
      <p:sp>
        <p:nvSpPr>
          <p:cNvPr id="11" name="object-886">
            <a:extLst xmlns:a="http://schemas.openxmlformats.org/drawingml/2006/main">
              <a:ext uri="{FF2B5EF4-FFF2-40B4-BE49-F238E27FC236}">
                <a16:creationId xmlns:a16="http://schemas.microsoft.com/office/drawing/2014/main" id="{1D4D93A7-0B39-41A9-887D-86FEC6FD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CampusRAG</a:t>
            </a:r>
          </a:p>
        </p:txBody>
      </p:sp>
      <p:sp>
        <p:nvSpPr>
          <p:cNvPr id="12" name="object-887">
            <a:extLst xmlns:a="http://schemas.openxmlformats.org/drawingml/2006/main">
              <a:ext uri="{FF2B5EF4-FFF2-40B4-BE49-F238E27FC236}">
                <a16:creationId xmlns:a16="http://schemas.microsoft.com/office/drawing/2014/main" id="{87870A31-05E2-469B-9497-972F797E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13" name="object-888">
            <a:extLst xmlns:a="http://schemas.openxmlformats.org/drawingml/2006/main">
              <a:ext uri="{FF2B5EF4-FFF2-40B4-BE49-F238E27FC236}">
                <a16:creationId xmlns:a16="http://schemas.microsoft.com/office/drawing/2014/main" id="{4C42058C-5E5A-4498-9482-61DD36B6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66825"/>
            <a:ext cx="32194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4" name="object-889">
            <a:extLst xmlns:a="http://schemas.openxmlformats.org/drawingml/2006/main">
              <a:ext uri="{FF2B5EF4-FFF2-40B4-BE49-F238E27FC236}">
                <a16:creationId xmlns:a16="http://schemas.microsoft.com/office/drawing/2014/main" id="{98520A15-351F-4963-9FC6-7EFCA182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31623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지식 문서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id  논리 PK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url / title / content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content_status / source_type</a:t>
            </a:r>
          </a:p>
        </p:txBody>
      </p:sp>
      <p:sp>
        <p:nvSpPr>
          <p:cNvPr id="15" name="object-890">
            <a:extLst xmlns:a="http://schemas.openxmlformats.org/drawingml/2006/main">
              <a:ext uri="{FF2B5EF4-FFF2-40B4-BE49-F238E27FC236}">
                <a16:creationId xmlns:a16="http://schemas.microsoft.com/office/drawing/2014/main" id="{01524150-6CA4-4AC9-8DBF-86191B97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266825"/>
            <a:ext cx="3333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6" name="object-891">
            <a:extLst xmlns:a="http://schemas.openxmlformats.org/drawingml/2006/main">
              <a:ext uri="{FF2B5EF4-FFF2-40B4-BE49-F238E27FC236}">
                <a16:creationId xmlns:a16="http://schemas.microsoft.com/office/drawing/2014/main" id="{B37B657B-F3CE-4DAF-AB05-8EF3216B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295400"/>
            <a:ext cx="32766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검색 청크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chunk_id  논리 PK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parent_id  논리 참조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청크 본문 / 임베딩 / 메타데이터</a:t>
            </a:r>
          </a:p>
        </p:txBody>
      </p:sp>
      <p:sp>
        <p:nvSpPr>
          <p:cNvPr id="17" name="object-892">
            <a:extLst xmlns:a="http://schemas.openxmlformats.org/drawingml/2006/main">
              <a:ext uri="{FF2B5EF4-FFF2-40B4-BE49-F238E27FC236}">
                <a16:creationId xmlns:a16="http://schemas.microsoft.com/office/drawing/2014/main" id="{C7A7F46D-FCDF-4B4C-A272-4B05B648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266825"/>
            <a:ext cx="30480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8" name="object-893">
            <a:extLst xmlns:a="http://schemas.openxmlformats.org/drawingml/2006/main">
              <a:ext uri="{FF2B5EF4-FFF2-40B4-BE49-F238E27FC236}">
                <a16:creationId xmlns:a16="http://schemas.microsoft.com/office/drawing/2014/main" id="{ACC01F19-4015-4044-B13E-442F1346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295400"/>
            <a:ext cx="2990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manifest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created_at / input_sources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파일 해시 / 문서 수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통합 결정 기록</a:t>
            </a:r>
          </a:p>
        </p:txBody>
      </p:sp>
      <p:sp>
        <p:nvSpPr>
          <p:cNvPr id="19" name="object-894">
            <a:extLst xmlns:a="http://schemas.openxmlformats.org/drawingml/2006/main">
              <a:ext uri="{FF2B5EF4-FFF2-40B4-BE49-F238E27FC236}">
                <a16:creationId xmlns:a16="http://schemas.microsoft.com/office/drawing/2014/main" id="{AC2320D5-5141-41B9-AA73-31C44919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431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05496"/>
                </a:solidFill>
                <a:latin typeface="Malgun Gothic"/>
                <a:ea typeface="Malgun Gothic"/>
                <a:cs typeface="Malgun Gothic"/>
              </a:rPr>
              <a:t>1 : N</a:t>
            </a:r>
          </a:p>
        </p:txBody>
      </p:sp>
      <p:sp>
        <p:nvSpPr>
          <p:cNvPr id="20" name="object-895">
            <a:extLst xmlns:a="http://schemas.openxmlformats.org/drawingml/2006/main">
              <a:ext uri="{FF2B5EF4-FFF2-40B4-BE49-F238E27FC236}">
                <a16:creationId xmlns:a16="http://schemas.microsoft.com/office/drawing/2014/main" id="{CF792EA3-F5D6-4B2E-A3F8-197CF6BE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95750"/>
            <a:ext cx="79438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1" name="object-896">
            <a:extLst xmlns:a="http://schemas.openxmlformats.org/drawingml/2006/main">
              <a:ext uri="{FF2B5EF4-FFF2-40B4-BE49-F238E27FC236}">
                <a16:creationId xmlns:a16="http://schemas.microsoft.com/office/drawing/2014/main" id="{2E7A54BF-D109-4BAA-A1C4-89B60CE1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124325"/>
            <a:ext cx="7886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검증 스냅샷 RUN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통합 JSON + manifest + Chroma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동기화·수집·검색 보고서</a:t>
            </a:r>
          </a:p>
        </p:txBody>
      </p:sp>
      <p:sp>
        <p:nvSpPr>
          <p:cNvPr id="22" name="object-897">
            <a:extLst xmlns:a="http://schemas.openxmlformats.org/drawingml/2006/main">
              <a:ext uri="{FF2B5EF4-FFF2-40B4-BE49-F238E27FC236}">
                <a16:creationId xmlns:a16="http://schemas.microsoft.com/office/drawing/2014/main" id="{D0E5BEE2-234B-4947-9027-923BD64D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95950"/>
            <a:ext cx="11144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물리 관계형 테이블과 외래키를 새로 만들지 않는다. parent_id는 메타데이터의 논리 참조이며 Chroma 내부 테이블 구조는 라이브러리가 관리한다.</a:t>
            </a:r>
          </a:p>
        </p:txBody>
      </p:sp>
    </p:spTree>
    <p:extLst>
      <p:ext uri="{BB962C8B-B14F-4D97-AF65-F5344CB8AC3E}">
        <p14:creationId xmlns:p14="http://schemas.microsoft.com/office/powerpoint/2010/main" val="186014694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object-898">
            <a:extLst xmlns:a="http://schemas.openxmlformats.org/drawingml/2006/main">
              <a:ext uri="{FF2B5EF4-FFF2-40B4-BE49-F238E27FC236}">
                <a16:creationId xmlns:a16="http://schemas.microsoft.com/office/drawing/2014/main" id="{2589BA8D-7A93-472E-B6F4-202F126B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899">
            <a:extLst xmlns:a="http://schemas.openxmlformats.org/drawingml/2006/main">
              <a:ext uri="{FF2B5EF4-FFF2-40B4-BE49-F238E27FC236}">
                <a16:creationId xmlns:a16="http://schemas.microsoft.com/office/drawing/2014/main" id="{B5E7A2B2-B85F-4888-BD37-B00726A3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900">
            <a:extLst xmlns:a="http://schemas.openxmlformats.org/drawingml/2006/main">
              <a:ext uri="{FF2B5EF4-FFF2-40B4-BE49-F238E27FC236}">
                <a16:creationId xmlns:a16="http://schemas.microsoft.com/office/drawing/2014/main" id="{1DD70909-1A1F-40DA-AE7D-B3C8BDD9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API 연계</a:t>
            </a:r>
          </a:p>
        </p:txBody>
      </p:sp>
      <p:sp>
        <p:nvSpPr>
          <p:cNvPr id="4" name="object-901">
            <a:extLst xmlns:a="http://schemas.openxmlformats.org/drawingml/2006/main">
              <a:ext uri="{FF2B5EF4-FFF2-40B4-BE49-F238E27FC236}">
                <a16:creationId xmlns:a16="http://schemas.microsoft.com/office/drawing/2014/main" id="{335343B3-8CA8-44C4-943B-0ABE580C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902">
            <a:extLst xmlns:a="http://schemas.openxmlformats.org/drawingml/2006/main">
              <a:ext uri="{FF2B5EF4-FFF2-40B4-BE49-F238E27FC236}">
                <a16:creationId xmlns:a16="http://schemas.microsoft.com/office/drawing/2014/main" id="{5F91AB58-C71D-48AC-8D19-4107A452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질의 API 시퀀스</a:t>
            </a:r>
          </a:p>
        </p:txBody>
      </p:sp>
      <p:sp>
        <p:nvSpPr>
          <p:cNvPr id="6" name="object-903">
            <a:extLst xmlns:a="http://schemas.openxmlformats.org/drawingml/2006/main">
              <a:ext uri="{FF2B5EF4-FFF2-40B4-BE49-F238E27FC236}">
                <a16:creationId xmlns:a16="http://schemas.microsoft.com/office/drawing/2014/main" id="{0423D132-6300-4EB4-9764-62214029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904">
            <a:extLst xmlns:a="http://schemas.openxmlformats.org/drawingml/2006/main">
              <a:ext uri="{FF2B5EF4-FFF2-40B4-BE49-F238E27FC236}">
                <a16:creationId xmlns:a16="http://schemas.microsoft.com/office/drawing/2014/main" id="{E0E8058B-30C4-4BBE-B450-4CF48F77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</a:t>
            </a:r>
          </a:p>
        </p:txBody>
      </p:sp>
      <p:sp>
        <p:nvSpPr>
          <p:cNvPr id="8" name="object-905">
            <a:extLst xmlns:a="http://schemas.openxmlformats.org/drawingml/2006/main">
              <a:ext uri="{FF2B5EF4-FFF2-40B4-BE49-F238E27FC236}">
                <a16:creationId xmlns:a16="http://schemas.microsoft.com/office/drawing/2014/main" id="{50E26D6D-3B97-4042-B14A-4A7AAB32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906">
            <a:extLst xmlns:a="http://schemas.openxmlformats.org/drawingml/2006/main">
              <a:ext uri="{FF2B5EF4-FFF2-40B4-BE49-F238E27FC236}">
                <a16:creationId xmlns:a16="http://schemas.microsoft.com/office/drawing/2014/main" id="{716152E5-ED0B-4646-AD11-60C86C94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SEQ-001</a:t>
            </a:r>
          </a:p>
        </p:txBody>
      </p:sp>
      <p:sp>
        <p:nvSpPr>
          <p:cNvPr id="10" name="object-907">
            <a:extLst xmlns:a="http://schemas.openxmlformats.org/drawingml/2006/main">
              <a:ext uri="{FF2B5EF4-FFF2-40B4-BE49-F238E27FC236}">
                <a16:creationId xmlns:a16="http://schemas.microsoft.com/office/drawing/2014/main" id="{4E3DB064-4C8F-4667-B6A1-2903DA6B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22    2026-10-18    v1.0</a:t>
            </a:r>
          </a:p>
        </p:txBody>
      </p:sp>
      <p:sp>
        <p:nvSpPr>
          <p:cNvPr id="11" name="object-908">
            <a:extLst xmlns:a="http://schemas.openxmlformats.org/drawingml/2006/main">
              <a:ext uri="{FF2B5EF4-FFF2-40B4-BE49-F238E27FC236}">
                <a16:creationId xmlns:a16="http://schemas.microsoft.com/office/drawing/2014/main" id="{2C306F40-E1BF-4CD7-A2BE-B8A85B36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CampusRAG</a:t>
            </a:r>
          </a:p>
        </p:txBody>
      </p:sp>
      <p:sp>
        <p:nvSpPr>
          <p:cNvPr id="12" name="object-909">
            <a:extLst xmlns:a="http://schemas.openxmlformats.org/drawingml/2006/main">
              <a:ext uri="{FF2B5EF4-FFF2-40B4-BE49-F238E27FC236}">
                <a16:creationId xmlns:a16="http://schemas.microsoft.com/office/drawing/2014/main" id="{D6CFD155-8A47-485B-95A8-1308EA89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C1F22-29C0-436E-8A08-3FD0DC2CB5CA}"/>
              </a:ext>
            </a:extLst>
          </p:cNvPr>
          <p:cNvGraphicFramePr/>
          <p:nvPr/>
        </p:nvGraphicFramePr>
        <p:xfrm>
          <a:off xmlns:a="http://schemas.openxmlformats.org/drawingml/2006/main" x="400050" y="1066800"/>
          <a:ext xmlns:a="http://schemas.openxmlformats.org/drawingml/2006/main" cx="113919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5524500"/>
                <a:gridCol w="4914900"/>
              </a:tblGrid>
              <a:tr h="685800"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호출과 동작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 및 예외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</a:tr>
              <a:tr h="685800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웹에서 question, top_k=3 전송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공백·처리 중 전송 차단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FastAPI 검증과 RAG 지연 초기화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 위반 422, 초기화 실패 500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retrieve로 근거 검색·재정렬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no_context 또는 title_only_notice 유보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근거로 LLM 생성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success 또는 api_error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answer와 sources를 UI에 표시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원시 오류 없이 재입력 안내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object-910">
            <a:extLst xmlns:a="http://schemas.openxmlformats.org/drawingml/2006/main">
              <a:ext uri="{FF2B5EF4-FFF2-40B4-BE49-F238E27FC236}">
                <a16:creationId xmlns:a16="http://schemas.microsoft.com/office/drawing/2014/main" id="{8744011F-2ABC-4A04-A2FE-E4790628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POST /api/retrieve는 같은 입력으로 검색만 수행한다. GET /health의 status=ok는 모델·색인 준비 완료를 보장하지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98850375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object-911">
            <a:extLst xmlns:a="http://schemas.openxmlformats.org/drawingml/2006/main">
              <a:ext uri="{FF2B5EF4-FFF2-40B4-BE49-F238E27FC236}">
                <a16:creationId xmlns:a16="http://schemas.microsoft.com/office/drawing/2014/main" id="{DB56420C-4F92-45AB-81B2-DBAB813A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2125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" name="object-912">
            <a:extLst xmlns:a="http://schemas.openxmlformats.org/drawingml/2006/main">
              <a:ext uri="{FF2B5EF4-FFF2-40B4-BE49-F238E27FC236}">
                <a16:creationId xmlns:a16="http://schemas.microsoft.com/office/drawing/2014/main" id="{591E8AE8-51EA-4C91-8BB2-65CC36D5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3" name="object-913">
            <a:extLst xmlns:a="http://schemas.openxmlformats.org/drawingml/2006/main">
              <a:ext uri="{FF2B5EF4-FFF2-40B4-BE49-F238E27FC236}">
                <a16:creationId xmlns:a16="http://schemas.microsoft.com/office/drawing/2014/main" id="{96BADAD2-29FA-4F4C-A16A-BD39C8F5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검증 기준</a:t>
            </a:r>
          </a:p>
        </p:txBody>
      </p:sp>
      <p:sp>
        <p:nvSpPr>
          <p:cNvPr id="4" name="object-914">
            <a:extLst xmlns:a="http://schemas.openxmlformats.org/drawingml/2006/main">
              <a:ext uri="{FF2B5EF4-FFF2-40B4-BE49-F238E27FC236}">
                <a16:creationId xmlns:a16="http://schemas.microsoft.com/office/drawing/2014/main" id="{B89B80A1-482A-42EA-9BFF-7BCD8B42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화면명</a:t>
            </a:r>
          </a:p>
        </p:txBody>
      </p:sp>
      <p:sp>
        <p:nvSpPr>
          <p:cNvPr id="5" name="object-915">
            <a:extLst xmlns:a="http://schemas.openxmlformats.org/drawingml/2006/main">
              <a:ext uri="{FF2B5EF4-FFF2-40B4-BE49-F238E27FC236}">
                <a16:creationId xmlns:a16="http://schemas.microsoft.com/office/drawing/2014/main" id="{7F5F42D8-6DD6-43B5-A4FE-9FC854BA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인수 시나리오</a:t>
            </a:r>
          </a:p>
        </p:txBody>
      </p:sp>
      <p:sp>
        <p:nvSpPr>
          <p:cNvPr id="6" name="object-916">
            <a:extLst xmlns:a="http://schemas.openxmlformats.org/drawingml/2006/main">
              <a:ext uri="{FF2B5EF4-FFF2-40B4-BE49-F238E27FC236}">
                <a16:creationId xmlns:a16="http://schemas.microsoft.com/office/drawing/2014/main" id="{206C54A6-8E56-4188-9817-513316D9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38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화면 경로</a:t>
            </a:r>
          </a:p>
        </p:txBody>
      </p:sp>
      <p:sp>
        <p:nvSpPr>
          <p:cNvPr id="7" name="object-917">
            <a:extLst xmlns:a="http://schemas.openxmlformats.org/drawingml/2006/main">
              <a:ext uri="{FF2B5EF4-FFF2-40B4-BE49-F238E27FC236}">
                <a16:creationId xmlns:a16="http://schemas.microsoft.com/office/drawing/2014/main" id="{A77CE146-32DD-4C94-BBE1-28CA834E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"/>
            <a:ext cx="581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CampusRAG</a:t>
            </a:r>
          </a:p>
        </p:txBody>
      </p:sp>
      <p:sp>
        <p:nvSpPr>
          <p:cNvPr id="8" name="object-918">
            <a:extLst xmlns:a="http://schemas.openxmlformats.org/drawingml/2006/main">
              <a:ext uri="{FF2B5EF4-FFF2-40B4-BE49-F238E27FC236}">
                <a16:creationId xmlns:a16="http://schemas.microsoft.com/office/drawing/2014/main" id="{ACE9A334-4342-4865-A9D8-4FBCFE6E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"/>
            <a:ext cx="311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9" name="object-919">
            <a:extLst xmlns:a="http://schemas.openxmlformats.org/drawingml/2006/main">
              <a:ext uri="{FF2B5EF4-FFF2-40B4-BE49-F238E27FC236}">
                <a16:creationId xmlns:a16="http://schemas.microsoft.com/office/drawing/2014/main" id="{DEC0F805-72D2-45E9-8E85-8A5884ED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Screen ID  TS-UI</a:t>
            </a:r>
          </a:p>
        </p:txBody>
      </p:sp>
      <p:sp>
        <p:nvSpPr>
          <p:cNvPr id="10" name="object-920">
            <a:extLst xmlns:a="http://schemas.openxmlformats.org/drawingml/2006/main">
              <a:ext uri="{FF2B5EF4-FFF2-40B4-BE49-F238E27FC236}">
                <a16:creationId xmlns:a16="http://schemas.microsoft.com/office/drawing/2014/main" id="{E74266FF-E3E8-4F61-9D32-E371E767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Page  23    2026-10-18    v1.0</a:t>
            </a:r>
          </a:p>
        </p:txBody>
      </p:sp>
      <p:sp>
        <p:nvSpPr>
          <p:cNvPr id="11" name="object-921">
            <a:extLst xmlns:a="http://schemas.openxmlformats.org/drawingml/2006/main">
              <a:ext uri="{FF2B5EF4-FFF2-40B4-BE49-F238E27FC236}">
                <a16:creationId xmlns:a16="http://schemas.microsoft.com/office/drawing/2014/main" id="{D57D116A-72A2-4EFD-A9C0-6A7E8D65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저학년의 반란 CampusRAG</a:t>
            </a:r>
          </a:p>
        </p:txBody>
      </p:sp>
      <p:sp>
        <p:nvSpPr>
          <p:cNvPr id="12" name="object-922">
            <a:extLst xmlns:a="http://schemas.openxmlformats.org/drawingml/2006/main">
              <a:ext uri="{FF2B5EF4-FFF2-40B4-BE49-F238E27FC236}">
                <a16:creationId xmlns:a16="http://schemas.microsoft.com/office/drawing/2014/main" id="{FB36DA75-9FEE-499F-92CC-3B59658F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43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FAF1C-EDE3-41AC-A534-BB73EBADB4DC}"/>
              </a:ext>
            </a:extLst>
          </p:cNvPr>
          <p:cNvGraphicFramePr/>
          <p:nvPr/>
        </p:nvGraphicFramePr>
        <p:xfrm>
          <a:off xmlns:a="http://schemas.openxmlformats.org/drawingml/2006/main" x="400050" y="1047750"/>
          <a:ext xmlns:a="http://schemas.openxmlformats.org/drawingml/2006/main" cx="113919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190750"/>
                <a:gridCol w="6629400"/>
              </a:tblGrid>
              <a:tr h="612775"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화면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인수 기준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D9E2F3"/>
                    </a:solidFill>
                  </a:tcPr>
                </a:tc>
              </a:tr>
              <a:tr h="612775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질문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UI-001~004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없이 답변과 공식 원문 접근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775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 부족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UI-005~006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 없음과 제목뿐인 자료의 유보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775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장애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UI-007~008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후 대기 해제와 재입력 가능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775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모달과 초기화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UI-009~012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닫기·탭 전환·초기 상태 복원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775"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모바일과 경계 입력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UI-013~014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360px 동작 확인. 500자 개선안은 별도 구현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object-923">
            <a:extLst xmlns:a="http://schemas.openxmlformats.org/drawingml/2006/main">
              <a:ext uri="{FF2B5EF4-FFF2-40B4-BE49-F238E27FC236}">
                <a16:creationId xmlns:a16="http://schemas.microsoft.com/office/drawing/2014/main" id="{5524A747-F330-4AE1-A5F9-41E88848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48250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남은 확인</a:t>
            </a:r>
          </a:p>
        </p:txBody>
      </p:sp>
      <p:sp>
        <p:nvSpPr>
          <p:cNvPr id="15" name="object-924">
            <a:extLst xmlns:a="http://schemas.openxmlformats.org/drawingml/2006/main">
              <a:ext uri="{FF2B5EF4-FFF2-40B4-BE49-F238E27FC236}">
                <a16:creationId xmlns:a16="http://schemas.microsoft.com/office/drawing/2014/main" id="{3CE3404F-8BF6-40C6-B97F-15850211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34025"/>
            <a:ext cx="10953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대기 중 초기화의 요청 취소, UI 입력 길이 사전 안내, 키보드 접근성과 실제 단말 표시를 확인한다. 실제 생성 품질과 운영 DB 반영은 별도 검증한다.</a:t>
            </a:r>
          </a:p>
        </p:txBody>
      </p:sp>
    </p:spTree>
    <p:extLst>
      <p:ext uri="{BB962C8B-B14F-4D97-AF65-F5344CB8AC3E}">
        <p14:creationId xmlns:p14="http://schemas.microsoft.com/office/powerpoint/2010/main" val="1700704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2026-10-18T03:25:12.4060000Z</dcterms:created>
  <dcterms:modified xsi:type="dcterms:W3CDTF">2026-10-18T03:25:12.4060000Z</dcterms:modified>
</coreProperties>
</file>