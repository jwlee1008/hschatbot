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072">
          <p15:clr>
            <a:srgbClr val="A4A3A4"/>
          </p15:clr>
        </p15:guide>
        <p15:guide id="2" orient="horz" pos="259">
          <p15:clr>
            <a:srgbClr val="A4A3A4"/>
          </p15:clr>
        </p15:guide>
        <p15:guide id="3" orient="horz" pos="1620">
          <p15:clr>
            <a:srgbClr val="A4A3A4"/>
          </p15:clr>
        </p15:guide>
        <p15:guide id="4" pos="5603">
          <p15:clr>
            <a:srgbClr val="A4A3A4"/>
          </p15:clr>
        </p15:guide>
        <p15:guide id="5" pos="159">
          <p15:clr>
            <a:srgbClr val="A4A3A4"/>
          </p15:clr>
        </p15:guide>
        <p15:guide id="6" orient="horz" pos="486">
          <p15:clr>
            <a:srgbClr val="A4A3A4"/>
          </p15:clr>
        </p15:guide>
      </p15:sldGuideLst>
    </p:ext>
    <p:ext uri="GoogleSlidesCustomDataVersion2">
      <go:slidesCustomData xmlns:go="http://customooxmlschemas.google.com/" r:id="rId9" roundtripDataSignature="AMtx7mihUU07AI8ae+7f/cZXtbzCnvngx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6A8077F-D876-4FD2-8D97-C0EC8139406F}">
  <a:tblStyle styleId="{66A8077F-D876-4FD2-8D97-C0EC8139406F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072" orient="horz"/>
        <p:guide pos="259" orient="horz"/>
        <p:guide pos="1620" orient="horz"/>
        <p:guide pos="5603"/>
        <p:guide pos="159"/>
        <p:guide pos="486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customschemas.google.com/relationships/presentationmetadata" Target="meta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112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112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112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112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112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112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112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112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112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112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112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112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112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112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112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112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8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8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8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8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8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8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8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8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8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112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112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112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112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112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112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112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112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ko-KR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본문_1">
  <p:cSld name="7_본문_1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/>
          <p:nvPr/>
        </p:nvSpPr>
        <p:spPr>
          <a:xfrm>
            <a:off x="4328304" y="4876015"/>
            <a:ext cx="487392" cy="20929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00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- </a:t>
            </a:r>
            <a:fld id="{00000000-1234-1234-1234-123412341234}" type="slidenum">
              <a:rPr b="0" i="0" lang="ko-KR" sz="100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r>
              <a:rPr b="0" i="0" lang="ko-KR" sz="100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 -</a:t>
            </a:r>
            <a:endParaRPr/>
          </a:p>
        </p:txBody>
      </p:sp>
      <p:pic>
        <p:nvPicPr>
          <p:cNvPr descr="폰트, 그래픽, 로고, 그래픽 디자인이(가) 표시된 사진&#10;&#10;자동 생성된 설명" id="16" name="Google Shape;16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" y="4876009"/>
            <a:ext cx="648060" cy="257576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4"/>
          <p:cNvSpPr/>
          <p:nvPr/>
        </p:nvSpPr>
        <p:spPr>
          <a:xfrm>
            <a:off x="0" y="8"/>
            <a:ext cx="9144000" cy="411163"/>
          </a:xfrm>
          <a:prstGeom prst="rect">
            <a:avLst/>
          </a:prstGeom>
          <a:solidFill>
            <a:srgbClr val="032F6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3" orient="horz" pos="259">
          <p15:clr>
            <a:srgbClr val="FBAE40"/>
          </p15:clr>
        </p15:guide>
        <p15:guide id="4" orient="horz" pos="3049">
          <p15:clr>
            <a:srgbClr val="FBAE40"/>
          </p15:clr>
        </p15:guide>
        <p15:guide id="5" pos="159">
          <p15:clr>
            <a:srgbClr val="FBAE40"/>
          </p15:clr>
        </p15:guide>
        <p15:guide id="6" pos="5603">
          <p15:clr>
            <a:srgbClr val="FBAE40"/>
          </p15:clr>
        </p15:guide>
        <p15:guide id="7" orient="horz" pos="486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본문_2">
  <p:cSld name="1_본문_2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/>
          <p:nvPr/>
        </p:nvSpPr>
        <p:spPr>
          <a:xfrm>
            <a:off x="4328304" y="4876015"/>
            <a:ext cx="487392" cy="20929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00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- </a:t>
            </a:r>
            <a:fld id="{00000000-1234-1234-1234-123412341234}" type="slidenum">
              <a:rPr b="0" i="0" lang="ko-KR" sz="100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r>
              <a:rPr b="0" i="0" lang="ko-KR" sz="100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 -</a:t>
            </a:r>
            <a:endParaRPr/>
          </a:p>
        </p:txBody>
      </p:sp>
      <p:pic>
        <p:nvPicPr>
          <p:cNvPr descr="폰트, 그래픽, 로고, 그래픽 디자인이(가) 표시된 사진&#10;&#10;자동 생성된 설명" id="20" name="Google Shape;20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" y="4876009"/>
            <a:ext cx="648060" cy="257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/>
          <p:nvPr/>
        </p:nvSpPr>
        <p:spPr>
          <a:xfrm>
            <a:off x="4353139" y="4926837"/>
            <a:ext cx="437735" cy="10177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ko-KR" sz="1000" u="none" cap="none" strike="noStrik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000" u="none" cap="none" strike="noStrike">
              <a:solidFill>
                <a:srgbClr val="3F3F3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11" name="Google Shape;11;p3"/>
          <p:cNvGrpSpPr/>
          <p:nvPr/>
        </p:nvGrpSpPr>
        <p:grpSpPr>
          <a:xfrm>
            <a:off x="4347213" y="4863425"/>
            <a:ext cx="449580" cy="228608"/>
            <a:chOff x="4742021" y="6517480"/>
            <a:chExt cx="449580" cy="261948"/>
          </a:xfrm>
        </p:grpSpPr>
        <p:pic>
          <p:nvPicPr>
            <p:cNvPr descr="거버닝.png" id="12" name="Google Shape;12;p3"/>
            <p:cNvPicPr preferRelativeResize="0"/>
            <p:nvPr/>
          </p:nvPicPr>
          <p:blipFill rotWithShape="1">
            <a:blip r:embed="rId1">
              <a:alphaModFix/>
            </a:blip>
            <a:srcRect b="0" l="0" r="0" t="76605"/>
            <a:stretch/>
          </p:blipFill>
          <p:spPr>
            <a:xfrm rot="-5400000">
              <a:off x="5037767" y="6625594"/>
              <a:ext cx="261948" cy="457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거버닝.png" id="13" name="Google Shape;13;p3"/>
            <p:cNvPicPr preferRelativeResize="0"/>
            <p:nvPr/>
          </p:nvPicPr>
          <p:blipFill rotWithShape="1">
            <a:blip r:embed="rId1">
              <a:alphaModFix/>
            </a:blip>
            <a:srcRect b="0" l="0" r="0" t="76605"/>
            <a:stretch/>
          </p:blipFill>
          <p:spPr>
            <a:xfrm flipH="1" rot="5400000">
              <a:off x="4633907" y="6625594"/>
              <a:ext cx="261948" cy="4572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3.png" 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" name="Google Shape;25;p1"/>
          <p:cNvGraphicFramePr/>
          <p:nvPr/>
        </p:nvGraphicFramePr>
        <p:xfrm>
          <a:off x="240971" y="62753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{66A8077F-D876-4FD2-8D97-C0EC8139406F}</a:tableStyleId>
              </a:tblPr>
              <a:tblGrid>
                <a:gridCol w="835000"/>
                <a:gridCol w="492375"/>
                <a:gridCol w="492375"/>
                <a:gridCol w="492375"/>
                <a:gridCol w="492375"/>
                <a:gridCol w="492375"/>
                <a:gridCol w="492375"/>
                <a:gridCol w="492375"/>
                <a:gridCol w="492375"/>
                <a:gridCol w="492375"/>
                <a:gridCol w="492375"/>
                <a:gridCol w="492375"/>
                <a:gridCol w="492375"/>
                <a:gridCol w="492375"/>
                <a:gridCol w="492375"/>
                <a:gridCol w="492375"/>
                <a:gridCol w="492375"/>
              </a:tblGrid>
              <a:tr h="231625"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b="1" lang="ko-KR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구분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gridSpan="5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b="1" lang="ko-KR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9월</a:t>
                      </a:r>
                      <a:endParaRPr b="1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hMerge="1"/>
                <a:tc hMerge="1"/>
                <a:tc hMerge="1"/>
                <a:tc hMerge="1"/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b="1" lang="ko-KR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10월</a:t>
                      </a:r>
                      <a:endParaRPr b="1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hMerge="1"/>
                <a:tc hMerge="1"/>
                <a:tc hMerge="1"/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b="1" lang="ko-KR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11월</a:t>
                      </a:r>
                      <a:endParaRPr b="1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hMerge="1"/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b="1" lang="ko-KR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12월</a:t>
                      </a:r>
                      <a:endParaRPr b="1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hMerge="1"/>
                <a:tc hMerge="1"/>
              </a:tr>
              <a:tr h="23162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b="1" lang="ko-KR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1W</a:t>
                      </a:r>
                      <a:endParaRPr b="1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b="1" lang="ko-KR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2W</a:t>
                      </a:r>
                      <a:endParaRPr b="1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b="1" lang="ko-KR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3W</a:t>
                      </a:r>
                      <a:endParaRPr b="1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b="1" lang="ko-KR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4W</a:t>
                      </a:r>
                      <a:endParaRPr b="1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b="1" lang="ko-KR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5W</a:t>
                      </a:r>
                      <a:endParaRPr b="1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b="1" lang="ko-KR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6W</a:t>
                      </a:r>
                      <a:endParaRPr b="1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b="1" lang="ko-KR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7W</a:t>
                      </a:r>
                      <a:endParaRPr b="1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b="1" lang="ko-KR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8W</a:t>
                      </a:r>
                      <a:endParaRPr b="1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b="1" lang="ko-KR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9W</a:t>
                      </a:r>
                      <a:endParaRPr b="1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b="1" lang="ko-KR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10W</a:t>
                      </a:r>
                      <a:endParaRPr b="1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b="1" lang="ko-KR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11W</a:t>
                      </a:r>
                      <a:endParaRPr b="1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b="1" lang="ko-KR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12W</a:t>
                      </a:r>
                      <a:endParaRPr b="1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b="1" lang="ko-KR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13W</a:t>
                      </a:r>
                      <a:endParaRPr b="1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b="1" lang="ko-KR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14W</a:t>
                      </a:r>
                      <a:endParaRPr b="1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b="1" lang="ko-KR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15W</a:t>
                      </a:r>
                      <a:endParaRPr b="1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b="1" lang="ko-KR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보강</a:t>
                      </a:r>
                      <a:endParaRPr b="1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583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b="1" lang="ko-KR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마일스톤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65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b="1" lang="ko-KR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성과목표</a:t>
                      </a:r>
                      <a:endParaRPr b="1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b="1" lang="ko-KR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및 Epic</a:t>
                      </a:r>
                      <a:endParaRPr b="1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12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b="1" lang="ko-KR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공통 및 아키텍터</a:t>
                      </a:r>
                      <a:endParaRPr b="1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68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b="1" lang="ko-KR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UI/UX</a:t>
                      </a:r>
                      <a:endParaRPr b="1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03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b="1" lang="ko-KR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F/E</a:t>
                      </a:r>
                      <a:endParaRPr b="1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08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b="1" lang="ko-KR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B/E</a:t>
                      </a:r>
                      <a:endParaRPr b="1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2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b="1" lang="ko-KR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IF(API)</a:t>
                      </a:r>
                      <a:endParaRPr b="1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1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b="1" lang="ko-KR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기타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26" name="Google Shape;26;p1"/>
          <p:cNvSpPr txBox="1"/>
          <p:nvPr/>
        </p:nvSpPr>
        <p:spPr>
          <a:xfrm>
            <a:off x="251520" y="88983"/>
            <a:ext cx="4320480" cy="252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4058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Malgun Gothic"/>
              <a:buNone/>
            </a:pPr>
            <a:r>
              <a:rPr b="1" i="0" lang="ko-KR" sz="17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프로젝트 마일스톤</a:t>
            </a:r>
            <a:endParaRPr/>
          </a:p>
        </p:txBody>
      </p:sp>
      <p:sp>
        <p:nvSpPr>
          <p:cNvPr id="27" name="Google Shape;27;p1"/>
          <p:cNvSpPr txBox="1"/>
          <p:nvPr/>
        </p:nvSpPr>
        <p:spPr>
          <a:xfrm>
            <a:off x="6336198" y="51472"/>
            <a:ext cx="2556284" cy="2887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55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주차 별 진행 방향</a:t>
            </a:r>
            <a:endParaRPr b="0" i="0" sz="17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1925760" y="2374199"/>
            <a:ext cx="235483" cy="432047"/>
          </a:xfrm>
          <a:prstGeom prst="homePlate">
            <a:avLst>
              <a:gd fmla="val 19785" name="adj"/>
            </a:avLst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640"/>
              <a:buFont typeface="Malgun Gothic"/>
              <a:buNone/>
            </a:pPr>
            <a:r>
              <a:rPr b="1" i="0" lang="ko-KR" sz="80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착</a:t>
            </a:r>
            <a:endParaRPr b="1" i="0" sz="800" u="none" cap="none" strike="noStrike">
              <a:solidFill>
                <a:srgbClr val="262626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640"/>
              <a:buFont typeface="Malgun Gothic"/>
              <a:buNone/>
            </a:pPr>
            <a:r>
              <a:rPr b="1" i="0" lang="ko-KR" sz="80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수</a:t>
            </a:r>
            <a:endParaRPr/>
          </a:p>
        </p:txBody>
      </p:sp>
      <p:sp>
        <p:nvSpPr>
          <p:cNvPr id="29" name="Google Shape;29;p1"/>
          <p:cNvSpPr/>
          <p:nvPr/>
        </p:nvSpPr>
        <p:spPr>
          <a:xfrm>
            <a:off x="1559195" y="2374199"/>
            <a:ext cx="397470" cy="2016224"/>
          </a:xfrm>
          <a:prstGeom prst="homePlate">
            <a:avLst>
              <a:gd fmla="val 19785" name="adj"/>
            </a:avLst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640"/>
              <a:buFont typeface="Malgun Gothic"/>
              <a:buNone/>
            </a:pPr>
            <a:r>
              <a:rPr b="1" i="0" lang="ko-KR" sz="80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요</a:t>
            </a:r>
            <a:endParaRPr b="1" i="0" sz="800" u="none" cap="none" strike="noStrike">
              <a:solidFill>
                <a:srgbClr val="262626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640"/>
              <a:buFont typeface="Malgun Gothic"/>
              <a:buNone/>
            </a:pPr>
            <a:r>
              <a:rPr b="1" i="0" lang="ko-KR" sz="80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</a:t>
            </a:r>
            <a:endParaRPr b="1" i="0" sz="800" u="none" cap="none" strike="noStrike">
              <a:solidFill>
                <a:srgbClr val="262626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640"/>
              <a:buFont typeface="Malgun Gothic"/>
              <a:buNone/>
            </a:pPr>
            <a:r>
              <a:rPr b="1" i="0" lang="ko-KR" sz="80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</a:t>
            </a:r>
            <a:endParaRPr b="1" i="0" sz="800" u="none" cap="none" strike="noStrike">
              <a:solidFill>
                <a:srgbClr val="262626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640"/>
              <a:buFont typeface="Malgun Gothic"/>
              <a:buNone/>
            </a:pPr>
            <a:r>
              <a:rPr b="1" i="0" lang="ko-KR" sz="80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의</a:t>
            </a:r>
            <a:endParaRPr/>
          </a:p>
        </p:txBody>
      </p:sp>
      <p:sp>
        <p:nvSpPr>
          <p:cNvPr id="30" name="Google Shape;30;p1"/>
          <p:cNvSpPr/>
          <p:nvPr/>
        </p:nvSpPr>
        <p:spPr>
          <a:xfrm>
            <a:off x="6486685" y="2319722"/>
            <a:ext cx="1001639" cy="430263"/>
          </a:xfrm>
          <a:prstGeom prst="homePlate">
            <a:avLst>
              <a:gd fmla="val 19785" name="adj"/>
            </a:avLst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640"/>
              <a:buFont typeface="Malgun Gothic"/>
              <a:buNone/>
            </a:pPr>
            <a:r>
              <a:rPr b="0" i="0" lang="ko-KR" sz="80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통합 테스트</a:t>
            </a:r>
            <a:endParaRPr/>
          </a:p>
        </p:txBody>
      </p:sp>
      <p:sp>
        <p:nvSpPr>
          <p:cNvPr id="31" name="Google Shape;31;p1"/>
          <p:cNvSpPr/>
          <p:nvPr/>
        </p:nvSpPr>
        <p:spPr>
          <a:xfrm>
            <a:off x="7475382" y="2175707"/>
            <a:ext cx="936104" cy="2222020"/>
          </a:xfrm>
          <a:prstGeom prst="homePlate">
            <a:avLst>
              <a:gd fmla="val 19785" name="adj"/>
            </a:avLst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640"/>
              <a:buFont typeface="Malgun Gothic"/>
              <a:buNone/>
            </a:pPr>
            <a:r>
              <a:rPr b="1" i="0" lang="ko-KR" sz="80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유지보수</a:t>
            </a:r>
            <a:endParaRPr/>
          </a:p>
        </p:txBody>
      </p:sp>
      <p:sp>
        <p:nvSpPr>
          <p:cNvPr id="32" name="Google Shape;32;p1"/>
          <p:cNvSpPr txBox="1"/>
          <p:nvPr/>
        </p:nvSpPr>
        <p:spPr>
          <a:xfrm>
            <a:off x="251520" y="4701503"/>
            <a:ext cx="5490030" cy="138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720"/>
              <a:buFont typeface="Arial"/>
              <a:buNone/>
            </a:pPr>
            <a:r>
              <a:rPr b="1" i="0" lang="ko-KR" sz="90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* 프로젝트 수행 일정 및 학교 내부 현황에 따라 일정은 조정 함.</a:t>
            </a:r>
            <a:endParaRPr b="1" i="0" sz="900" u="none" cap="none" strike="noStrike">
              <a:solidFill>
                <a:srgbClr val="262626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3" name="Google Shape;33;p1"/>
          <p:cNvSpPr txBox="1"/>
          <p:nvPr/>
        </p:nvSpPr>
        <p:spPr>
          <a:xfrm>
            <a:off x="7020272" y="469342"/>
            <a:ext cx="1872208" cy="138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720"/>
              <a:buFont typeface="Arial"/>
              <a:buNone/>
            </a:pPr>
            <a:r>
              <a:rPr b="0" i="1" lang="ko-KR" sz="90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작성일: 20265-09-15</a:t>
            </a:r>
            <a:endParaRPr b="0" i="1" sz="900" u="none" cap="none" strike="noStrike">
              <a:solidFill>
                <a:srgbClr val="262626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descr="강-5단" id="34" name="Google Shape;34;p1"/>
          <p:cNvSpPr/>
          <p:nvPr/>
        </p:nvSpPr>
        <p:spPr>
          <a:xfrm>
            <a:off x="2051720" y="1131814"/>
            <a:ext cx="959166" cy="156622"/>
          </a:xfrm>
          <a:prstGeom prst="rect">
            <a:avLst/>
          </a:prstGeom>
          <a:solidFill>
            <a:srgbClr val="85A0CC"/>
          </a:solidFill>
          <a:ln cap="flat" cmpd="sng" w="9525">
            <a:solidFill>
              <a:srgbClr val="0C41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1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00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Sprint #1</a:t>
            </a:r>
            <a:endParaRPr b="1" i="0" sz="1000" u="none" cap="none" strike="noStrike">
              <a:solidFill>
                <a:srgbClr val="262626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descr="강-5단" id="35" name="Google Shape;35;p1"/>
          <p:cNvSpPr/>
          <p:nvPr/>
        </p:nvSpPr>
        <p:spPr>
          <a:xfrm>
            <a:off x="3059832" y="1132860"/>
            <a:ext cx="1440160" cy="156622"/>
          </a:xfrm>
          <a:prstGeom prst="rect">
            <a:avLst/>
          </a:prstGeom>
          <a:solidFill>
            <a:srgbClr val="85A0CC"/>
          </a:solidFill>
          <a:ln cap="flat" cmpd="sng" w="9525">
            <a:solidFill>
              <a:srgbClr val="0C41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1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00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Sprint #2</a:t>
            </a:r>
            <a:endParaRPr b="1" i="0" sz="1000" u="none" cap="none" strike="noStrike">
              <a:solidFill>
                <a:srgbClr val="262626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descr="강-5단" id="36" name="Google Shape;36;p1"/>
          <p:cNvSpPr/>
          <p:nvPr/>
        </p:nvSpPr>
        <p:spPr>
          <a:xfrm>
            <a:off x="4513538" y="1131814"/>
            <a:ext cx="1008000" cy="156622"/>
          </a:xfrm>
          <a:prstGeom prst="rect">
            <a:avLst/>
          </a:prstGeom>
          <a:solidFill>
            <a:srgbClr val="85A0CC"/>
          </a:solidFill>
          <a:ln cap="flat" cmpd="sng" w="9525">
            <a:solidFill>
              <a:srgbClr val="0C41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1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00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Sprint #3</a:t>
            </a:r>
            <a:endParaRPr b="1" i="0" sz="1000" u="none" cap="none" strike="noStrike">
              <a:solidFill>
                <a:srgbClr val="262626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descr="강-5단" id="37" name="Google Shape;37;p1"/>
          <p:cNvSpPr/>
          <p:nvPr/>
        </p:nvSpPr>
        <p:spPr>
          <a:xfrm>
            <a:off x="5544108" y="1131590"/>
            <a:ext cx="959166" cy="156622"/>
          </a:xfrm>
          <a:prstGeom prst="rect">
            <a:avLst/>
          </a:prstGeom>
          <a:solidFill>
            <a:srgbClr val="85A0CC"/>
          </a:solidFill>
          <a:ln cap="flat" cmpd="sng" w="9525">
            <a:solidFill>
              <a:srgbClr val="0C41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1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00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Sprint #4</a:t>
            </a:r>
            <a:endParaRPr b="1" i="0" sz="1000" u="none" cap="none" strike="noStrike">
              <a:solidFill>
                <a:srgbClr val="262626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descr="강-5단" id="38" name="Google Shape;38;p1"/>
          <p:cNvSpPr/>
          <p:nvPr/>
        </p:nvSpPr>
        <p:spPr>
          <a:xfrm>
            <a:off x="6516216" y="1131590"/>
            <a:ext cx="959166" cy="156622"/>
          </a:xfrm>
          <a:prstGeom prst="rect">
            <a:avLst/>
          </a:prstGeom>
          <a:solidFill>
            <a:srgbClr val="85A0CC"/>
          </a:solidFill>
          <a:ln cap="flat" cmpd="sng" w="9525">
            <a:solidFill>
              <a:srgbClr val="0C41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1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00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Sprint #5</a:t>
            </a:r>
            <a:endParaRPr b="1" i="0" sz="1000" u="none" cap="none" strike="noStrike">
              <a:solidFill>
                <a:srgbClr val="262626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descr="강-3단" id="39" name="Google Shape;39;p1"/>
          <p:cNvSpPr/>
          <p:nvPr/>
        </p:nvSpPr>
        <p:spPr>
          <a:xfrm>
            <a:off x="3059832" y="1676731"/>
            <a:ext cx="1453706" cy="432048"/>
          </a:xfrm>
          <a:prstGeom prst="rect">
            <a:avLst/>
          </a:prstGeom>
          <a:solidFill>
            <a:srgbClr val="E0E7F2"/>
          </a:solidFill>
          <a:ln cap="flat" cmpd="sng" w="9525">
            <a:solidFill>
              <a:srgbClr val="0C41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36000" spcFirstLastPara="1" rIns="36000" wrap="square" tIns="36000">
            <a:noAutofit/>
          </a:bodyPr>
          <a:lstStyle/>
          <a:p>
            <a:pPr indent="-87313" lvl="1" marL="87313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"/>
              <a:buFont typeface="Arial"/>
              <a:buChar char="•"/>
            </a:pPr>
            <a:r>
              <a:rPr b="0" i="0" lang="ko-KR" sz="80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성과 결과 </a:t>
            </a:r>
            <a:br>
              <a:rPr b="0" i="0" lang="ko-KR" sz="80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ko-KR" sz="80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도출-2(목표) </a:t>
            </a:r>
            <a:endParaRPr/>
          </a:p>
        </p:txBody>
      </p:sp>
      <p:sp>
        <p:nvSpPr>
          <p:cNvPr descr="강-3단" id="40" name="Google Shape;40;p1"/>
          <p:cNvSpPr/>
          <p:nvPr/>
        </p:nvSpPr>
        <p:spPr>
          <a:xfrm>
            <a:off x="4538136" y="1678423"/>
            <a:ext cx="959166" cy="432048"/>
          </a:xfrm>
          <a:prstGeom prst="rect">
            <a:avLst/>
          </a:prstGeom>
          <a:solidFill>
            <a:srgbClr val="E0E7F2"/>
          </a:solidFill>
          <a:ln cap="flat" cmpd="sng" w="9525">
            <a:solidFill>
              <a:srgbClr val="0C41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36000" spcFirstLastPara="1" rIns="36000" wrap="square" tIns="36000">
            <a:noAutofit/>
          </a:bodyPr>
          <a:lstStyle/>
          <a:p>
            <a:pPr indent="-87313" lvl="1" marL="87313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"/>
              <a:buFont typeface="Arial"/>
              <a:buChar char="•"/>
            </a:pPr>
            <a:r>
              <a:rPr b="0" i="0" lang="ko-KR" sz="80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성과 결과 </a:t>
            </a:r>
            <a:br>
              <a:rPr b="0" i="0" lang="ko-KR" sz="80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ko-KR" sz="80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도출-3(목표) </a:t>
            </a:r>
            <a:endParaRPr/>
          </a:p>
        </p:txBody>
      </p:sp>
      <p:sp>
        <p:nvSpPr>
          <p:cNvPr descr="강-3단" id="41" name="Google Shape;41;p1"/>
          <p:cNvSpPr/>
          <p:nvPr/>
        </p:nvSpPr>
        <p:spPr>
          <a:xfrm>
            <a:off x="5521651" y="1687335"/>
            <a:ext cx="959166" cy="432048"/>
          </a:xfrm>
          <a:prstGeom prst="rect">
            <a:avLst/>
          </a:prstGeom>
          <a:solidFill>
            <a:srgbClr val="E0E7F2"/>
          </a:solidFill>
          <a:ln cap="flat" cmpd="sng" w="9525">
            <a:solidFill>
              <a:srgbClr val="0C41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36000" spcFirstLastPara="1" rIns="36000" wrap="square" tIns="36000">
            <a:noAutofit/>
          </a:bodyPr>
          <a:lstStyle/>
          <a:p>
            <a:pPr indent="-87313" lvl="1" marL="87313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"/>
              <a:buFont typeface="Arial"/>
              <a:buChar char="•"/>
            </a:pPr>
            <a:r>
              <a:rPr b="0" i="0" lang="ko-KR" sz="80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성과 결과 </a:t>
            </a:r>
            <a:br>
              <a:rPr b="0" i="0" lang="ko-KR" sz="80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ko-KR" sz="80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도출-4(목표) </a:t>
            </a:r>
            <a:endParaRPr/>
          </a:p>
        </p:txBody>
      </p:sp>
      <p:sp>
        <p:nvSpPr>
          <p:cNvPr descr="강-3단" id="42" name="Google Shape;42;p1"/>
          <p:cNvSpPr/>
          <p:nvPr/>
        </p:nvSpPr>
        <p:spPr>
          <a:xfrm>
            <a:off x="6502671" y="1689706"/>
            <a:ext cx="972712" cy="432048"/>
          </a:xfrm>
          <a:prstGeom prst="rect">
            <a:avLst/>
          </a:prstGeom>
          <a:solidFill>
            <a:srgbClr val="E0E7F2"/>
          </a:solidFill>
          <a:ln cap="flat" cmpd="sng" w="9525">
            <a:solidFill>
              <a:srgbClr val="0C41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36000" spcFirstLastPara="1" rIns="36000" wrap="square" tIns="36000">
            <a:noAutofit/>
          </a:bodyPr>
          <a:lstStyle/>
          <a:p>
            <a:pPr indent="-87313" lvl="1" marL="87313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"/>
              <a:buFont typeface="Arial"/>
              <a:buChar char="•"/>
            </a:pPr>
            <a:r>
              <a:rPr b="0" i="0" lang="ko-KR" sz="80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성과 결과 </a:t>
            </a:r>
            <a:br>
              <a:rPr b="0" i="0" lang="ko-KR" sz="80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ko-KR" sz="80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도출-5(목표) </a:t>
            </a:r>
            <a:endParaRPr/>
          </a:p>
        </p:txBody>
      </p:sp>
      <p:sp>
        <p:nvSpPr>
          <p:cNvPr descr="강-3단" id="43" name="Google Shape;43;p1"/>
          <p:cNvSpPr/>
          <p:nvPr/>
        </p:nvSpPr>
        <p:spPr>
          <a:xfrm>
            <a:off x="2066351" y="1671650"/>
            <a:ext cx="959166" cy="432048"/>
          </a:xfrm>
          <a:prstGeom prst="rect">
            <a:avLst/>
          </a:prstGeom>
          <a:solidFill>
            <a:srgbClr val="E0E7F2"/>
          </a:solidFill>
          <a:ln cap="flat" cmpd="sng" w="9525">
            <a:solidFill>
              <a:srgbClr val="0C41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36000" spcFirstLastPara="1" rIns="36000" wrap="square" tIns="36000">
            <a:noAutofit/>
          </a:bodyPr>
          <a:lstStyle/>
          <a:p>
            <a:pPr indent="-87313" lvl="1" marL="87313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"/>
              <a:buFont typeface="Arial"/>
              <a:buChar char="•"/>
            </a:pPr>
            <a:r>
              <a:rPr b="0" i="0" lang="ko-KR" sz="80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성과 결과</a:t>
            </a:r>
            <a:br>
              <a:rPr b="0" i="0" lang="ko-KR" sz="80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ko-KR" sz="80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도출-1(목표) </a:t>
            </a:r>
            <a:endParaRPr/>
          </a:p>
        </p:txBody>
      </p:sp>
      <p:sp>
        <p:nvSpPr>
          <p:cNvPr id="44" name="Google Shape;44;p1"/>
          <p:cNvSpPr txBox="1"/>
          <p:nvPr/>
        </p:nvSpPr>
        <p:spPr>
          <a:xfrm>
            <a:off x="7344307" y="1497147"/>
            <a:ext cx="1080121" cy="138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720"/>
              <a:buFont typeface="Malgun Gothic"/>
              <a:buNone/>
            </a:pPr>
            <a:r>
              <a:rPr b="1" i="0" lang="ko-KR" sz="900" u="none" cap="none" strike="noStrike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최종 발표</a:t>
            </a:r>
            <a:endParaRPr/>
          </a:p>
        </p:txBody>
      </p:sp>
      <p:sp>
        <p:nvSpPr>
          <p:cNvPr id="45" name="Google Shape;45;p1"/>
          <p:cNvSpPr/>
          <p:nvPr/>
        </p:nvSpPr>
        <p:spPr>
          <a:xfrm rot="2700000">
            <a:off x="7848175" y="1356202"/>
            <a:ext cx="54436" cy="72782"/>
          </a:xfrm>
          <a:prstGeom prst="rect">
            <a:avLst/>
          </a:prstGeom>
          <a:solidFill>
            <a:srgbClr val="C00000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tl" dir="2460000" dist="127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0"/>
              <a:buFont typeface="Malgun Gothic"/>
              <a:buNone/>
            </a:pPr>
            <a:r>
              <a:t/>
            </a:r>
            <a:endParaRPr b="0" i="0" sz="127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1"/>
          <p:cNvSpPr txBox="1"/>
          <p:nvPr/>
        </p:nvSpPr>
        <p:spPr>
          <a:xfrm>
            <a:off x="971600" y="1497147"/>
            <a:ext cx="904750" cy="138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720"/>
              <a:buFont typeface="Malgun Gothic"/>
              <a:buNone/>
            </a:pPr>
            <a:r>
              <a:rPr b="1" i="0" lang="ko-KR" sz="900" u="none" cap="none" strike="noStrike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오리엔테이션</a:t>
            </a:r>
            <a:endParaRPr/>
          </a:p>
        </p:txBody>
      </p:sp>
      <p:sp>
        <p:nvSpPr>
          <p:cNvPr id="47" name="Google Shape;47;p1"/>
          <p:cNvSpPr/>
          <p:nvPr/>
        </p:nvSpPr>
        <p:spPr>
          <a:xfrm rot="2700000">
            <a:off x="1280455" y="1356895"/>
            <a:ext cx="72000" cy="72782"/>
          </a:xfrm>
          <a:prstGeom prst="rect">
            <a:avLst/>
          </a:prstGeom>
          <a:solidFill>
            <a:srgbClr val="C00000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tl" dir="2460000" dist="127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0"/>
              <a:buFont typeface="Malgun Gothic"/>
              <a:buNone/>
            </a:pPr>
            <a:r>
              <a:t/>
            </a:r>
            <a:endParaRPr b="0" i="0" sz="127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강-5단" id="48" name="Google Shape;48;p1"/>
          <p:cNvSpPr/>
          <p:nvPr/>
        </p:nvSpPr>
        <p:spPr>
          <a:xfrm>
            <a:off x="7497236" y="1134224"/>
            <a:ext cx="959166" cy="156622"/>
          </a:xfrm>
          <a:prstGeom prst="rect">
            <a:avLst/>
          </a:prstGeom>
          <a:solidFill>
            <a:srgbClr val="85A0CC"/>
          </a:solidFill>
          <a:ln cap="flat" cmpd="sng" w="9525">
            <a:solidFill>
              <a:srgbClr val="0C41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1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Retrospective</a:t>
            </a:r>
            <a:endParaRPr b="1" i="0" sz="1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descr="강-5단" id="49" name="Google Shape;49;p1"/>
          <p:cNvSpPr/>
          <p:nvPr/>
        </p:nvSpPr>
        <p:spPr>
          <a:xfrm>
            <a:off x="1079612" y="1138363"/>
            <a:ext cx="959166" cy="156622"/>
          </a:xfrm>
          <a:prstGeom prst="rect">
            <a:avLst/>
          </a:prstGeom>
          <a:solidFill>
            <a:srgbClr val="85A0CC"/>
          </a:solidFill>
          <a:ln cap="flat" cmpd="sng" w="9525">
            <a:solidFill>
              <a:srgbClr val="0C41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1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Inception</a:t>
            </a:r>
            <a:endParaRPr b="1" i="0" sz="1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50" name="Google Shape;50;p1"/>
          <p:cNvGrpSpPr/>
          <p:nvPr/>
        </p:nvGrpSpPr>
        <p:grpSpPr>
          <a:xfrm>
            <a:off x="2161244" y="2387030"/>
            <a:ext cx="862584" cy="2012507"/>
            <a:chOff x="2161244" y="2332553"/>
            <a:chExt cx="862584" cy="2012507"/>
          </a:xfrm>
        </p:grpSpPr>
        <p:sp>
          <p:nvSpPr>
            <p:cNvPr id="51" name="Google Shape;51;p1"/>
            <p:cNvSpPr/>
            <p:nvPr/>
          </p:nvSpPr>
          <p:spPr>
            <a:xfrm>
              <a:off x="2161244" y="2332553"/>
              <a:ext cx="288032" cy="2003393"/>
            </a:xfrm>
            <a:prstGeom prst="homePlate">
              <a:avLst>
                <a:gd fmla="val 19785" name="adj"/>
              </a:avLst>
            </a:prstGeom>
            <a:solidFill>
              <a:srgbClr val="F2F2F2"/>
            </a:solidFill>
            <a:ln cap="flat" cmpd="sng" w="9525">
              <a:solidFill>
                <a:srgbClr val="BFBFB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95959"/>
                </a:buClr>
                <a:buSzPts val="640"/>
                <a:buFont typeface="Malgun Gothic"/>
                <a:buNone/>
              </a:pPr>
              <a:r>
                <a:rPr b="1" i="0" lang="ko-KR" sz="800" u="none" cap="none" strike="noStrike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분</a:t>
              </a:r>
              <a:endParaRPr b="1" i="0" sz="80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95959"/>
                </a:buClr>
                <a:buSzPts val="640"/>
                <a:buFont typeface="Malgun Gothic"/>
                <a:buNone/>
              </a:pPr>
              <a:r>
                <a:rPr b="1" i="0" lang="ko-KR" sz="800" u="none" cap="none" strike="noStrike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석</a:t>
              </a:r>
              <a:endParaRPr b="1" i="0" sz="80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95959"/>
                </a:buClr>
                <a:buSzPts val="640"/>
                <a:buFont typeface="Malgun Gothic"/>
                <a:buNone/>
              </a:pPr>
              <a:r>
                <a:rPr b="1" i="0" lang="ko-KR" sz="800" u="none" cap="none" strike="noStrike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및</a:t>
              </a:r>
              <a:endParaRPr b="1" i="0" sz="80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95959"/>
                </a:buClr>
                <a:buSzPts val="640"/>
                <a:buFont typeface="Malgun Gothic"/>
                <a:buNone/>
              </a:pPr>
              <a:r>
                <a:rPr b="1" i="0" lang="ko-KR" sz="800" u="none" cap="none" strike="noStrike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설</a:t>
              </a:r>
              <a:endParaRPr b="1" i="0" sz="80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95959"/>
                </a:buClr>
                <a:buSzPts val="640"/>
                <a:buFont typeface="Malgun Gothic"/>
                <a:buNone/>
              </a:pPr>
              <a:r>
                <a:rPr b="1" i="0" lang="ko-KR" sz="800" u="none" cap="none" strike="noStrike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계</a:t>
              </a:r>
              <a:endParaRPr/>
            </a:p>
          </p:txBody>
        </p:sp>
        <p:sp>
          <p:nvSpPr>
            <p:cNvPr id="52" name="Google Shape;52;p1"/>
            <p:cNvSpPr/>
            <p:nvPr/>
          </p:nvSpPr>
          <p:spPr>
            <a:xfrm>
              <a:off x="2447764" y="2332553"/>
              <a:ext cx="288032" cy="2003393"/>
            </a:xfrm>
            <a:prstGeom prst="homePlate">
              <a:avLst>
                <a:gd fmla="val 19785" name="adj"/>
              </a:avLst>
            </a:prstGeom>
            <a:solidFill>
              <a:srgbClr val="F2F2F2"/>
            </a:solidFill>
            <a:ln cap="flat" cmpd="sng" w="9525">
              <a:solidFill>
                <a:srgbClr val="BFBFB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95959"/>
                </a:buClr>
                <a:buSzPts val="640"/>
                <a:buFont typeface="Malgun Gothic"/>
                <a:buNone/>
              </a:pPr>
              <a:r>
                <a:rPr b="1" i="0" lang="ko-KR" sz="800" u="none" cap="none" strike="noStrike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구</a:t>
              </a:r>
              <a:endParaRPr b="1" i="0" sz="80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95959"/>
                </a:buClr>
                <a:buSzPts val="640"/>
                <a:buFont typeface="Malgun Gothic"/>
                <a:buNone/>
              </a:pPr>
              <a:r>
                <a:rPr b="1" i="0" lang="ko-KR" sz="800" u="none" cap="none" strike="noStrike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현</a:t>
              </a:r>
              <a:endParaRPr/>
            </a:p>
          </p:txBody>
        </p:sp>
        <p:sp>
          <p:nvSpPr>
            <p:cNvPr id="53" name="Google Shape;53;p1"/>
            <p:cNvSpPr/>
            <p:nvPr/>
          </p:nvSpPr>
          <p:spPr>
            <a:xfrm>
              <a:off x="2735796" y="2341667"/>
              <a:ext cx="288032" cy="2003393"/>
            </a:xfrm>
            <a:prstGeom prst="homePlate">
              <a:avLst>
                <a:gd fmla="val 19785" name="adj"/>
              </a:avLst>
            </a:prstGeom>
            <a:solidFill>
              <a:srgbClr val="F2F2F2"/>
            </a:solidFill>
            <a:ln cap="flat" cmpd="sng" w="9525">
              <a:solidFill>
                <a:srgbClr val="BFBFB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95959"/>
                </a:buClr>
                <a:buSzPts val="640"/>
                <a:buFont typeface="Malgun Gothic"/>
                <a:buNone/>
              </a:pPr>
              <a:r>
                <a:rPr b="1" i="0" lang="ko-KR" sz="800" u="none" cap="none" strike="noStrike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단</a:t>
              </a:r>
              <a:endParaRPr b="1" i="0" sz="80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95959"/>
                </a:buClr>
                <a:buSzPts val="640"/>
                <a:buFont typeface="Malgun Gothic"/>
                <a:buNone/>
              </a:pPr>
              <a:r>
                <a:rPr b="1" i="0" lang="ko-KR" sz="800" u="none" cap="none" strike="noStrike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위</a:t>
              </a:r>
              <a:endParaRPr b="1" i="0" sz="80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95959"/>
                </a:buClr>
                <a:buSzPts val="640"/>
                <a:buFont typeface="Malgun Gothic"/>
                <a:buNone/>
              </a:pPr>
              <a:r>
                <a:rPr b="1" i="0" lang="ko-KR" sz="800" u="none" cap="none" strike="noStrike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테</a:t>
              </a:r>
              <a:endParaRPr b="1" i="0" sz="80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95959"/>
                </a:buClr>
                <a:buSzPts val="640"/>
                <a:buFont typeface="Malgun Gothic"/>
                <a:buNone/>
              </a:pPr>
              <a:r>
                <a:rPr b="1" i="0" lang="ko-KR" sz="800" u="none" cap="none" strike="noStrike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스</a:t>
              </a:r>
              <a:endParaRPr b="1" i="0" sz="80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95959"/>
                </a:buClr>
                <a:buSzPts val="640"/>
                <a:buFont typeface="Malgun Gothic"/>
                <a:buNone/>
              </a:pPr>
              <a:r>
                <a:rPr b="1" i="0" lang="ko-KR" sz="800" u="none" cap="none" strike="noStrike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트</a:t>
              </a:r>
              <a:endParaRPr b="1" i="0" sz="80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54" name="Google Shape;54;p1"/>
          <p:cNvSpPr/>
          <p:nvPr/>
        </p:nvSpPr>
        <p:spPr>
          <a:xfrm>
            <a:off x="1925759" y="2315719"/>
            <a:ext cx="1098069" cy="2083818"/>
          </a:xfrm>
          <a:prstGeom prst="rect">
            <a:avLst/>
          </a:prstGeom>
          <a:noFill/>
          <a:ln cap="flat" cmpd="sng" w="254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12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55" name="Google Shape;55;p1"/>
          <p:cNvGrpSpPr/>
          <p:nvPr/>
        </p:nvGrpSpPr>
        <p:grpSpPr>
          <a:xfrm>
            <a:off x="3059832" y="2324136"/>
            <a:ext cx="1440160" cy="2083818"/>
            <a:chOff x="3059832" y="2255029"/>
            <a:chExt cx="972108" cy="2083818"/>
          </a:xfrm>
        </p:grpSpPr>
        <p:grpSp>
          <p:nvGrpSpPr>
            <p:cNvPr id="56" name="Google Shape;56;p1"/>
            <p:cNvGrpSpPr/>
            <p:nvPr/>
          </p:nvGrpSpPr>
          <p:grpSpPr>
            <a:xfrm>
              <a:off x="3059832" y="2314080"/>
              <a:ext cx="972107" cy="2024767"/>
              <a:chOff x="2051720" y="2320293"/>
              <a:chExt cx="972107" cy="2024767"/>
            </a:xfrm>
          </p:grpSpPr>
          <p:sp>
            <p:nvSpPr>
              <p:cNvPr id="57" name="Google Shape;57;p1"/>
              <p:cNvSpPr/>
              <p:nvPr/>
            </p:nvSpPr>
            <p:spPr>
              <a:xfrm>
                <a:off x="2051720" y="2320293"/>
                <a:ext cx="223128" cy="2003393"/>
              </a:xfrm>
              <a:prstGeom prst="homePlate">
                <a:avLst>
                  <a:gd fmla="val 19785" name="adj"/>
                </a:avLst>
              </a:prstGeom>
              <a:solidFill>
                <a:srgbClr val="F2F2F2"/>
              </a:solidFill>
              <a:ln cap="flat" cmpd="sng" w="9525">
                <a:solidFill>
                  <a:srgbClr val="BFBFBF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95959"/>
                  </a:buClr>
                  <a:buSzPts val="640"/>
                  <a:buFont typeface="Malgun Gothic"/>
                  <a:buNone/>
                </a:pPr>
                <a:r>
                  <a:rPr b="1" i="0" lang="ko-KR" sz="800" u="none" cap="none" strike="noStrike">
                    <a:solidFill>
                      <a:srgbClr val="262626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분</a:t>
                </a:r>
                <a:endParaRPr b="1" i="0" sz="800" u="none" cap="none" strike="noStrike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95959"/>
                  </a:buClr>
                  <a:buSzPts val="640"/>
                  <a:buFont typeface="Malgun Gothic"/>
                  <a:buNone/>
                </a:pPr>
                <a:r>
                  <a:rPr b="1" i="0" lang="ko-KR" sz="800" u="none" cap="none" strike="noStrike">
                    <a:solidFill>
                      <a:srgbClr val="262626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석</a:t>
                </a:r>
                <a:endParaRPr b="1" i="0" sz="800" u="none" cap="none" strike="noStrike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95959"/>
                  </a:buClr>
                  <a:buSzPts val="640"/>
                  <a:buFont typeface="Malgun Gothic"/>
                  <a:buNone/>
                </a:pPr>
                <a:r>
                  <a:rPr b="1" i="0" lang="ko-KR" sz="800" u="none" cap="none" strike="noStrike">
                    <a:solidFill>
                      <a:srgbClr val="262626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및</a:t>
                </a:r>
                <a:endParaRPr b="1" i="0" sz="800" u="none" cap="none" strike="noStrike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95959"/>
                  </a:buClr>
                  <a:buSzPts val="640"/>
                  <a:buFont typeface="Malgun Gothic"/>
                  <a:buNone/>
                </a:pPr>
                <a:r>
                  <a:rPr b="1" i="0" lang="ko-KR" sz="800" u="none" cap="none" strike="noStrike">
                    <a:solidFill>
                      <a:srgbClr val="262626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설</a:t>
                </a:r>
                <a:endParaRPr b="1" i="0" sz="800" u="none" cap="none" strike="noStrike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95959"/>
                  </a:buClr>
                  <a:buSzPts val="640"/>
                  <a:buFont typeface="Malgun Gothic"/>
                  <a:buNone/>
                </a:pPr>
                <a:r>
                  <a:rPr b="1" i="0" lang="ko-KR" sz="800" u="none" cap="none" strike="noStrike">
                    <a:solidFill>
                      <a:srgbClr val="262626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계</a:t>
                </a:r>
                <a:endParaRPr/>
              </a:p>
            </p:txBody>
          </p:sp>
          <p:sp>
            <p:nvSpPr>
              <p:cNvPr id="58" name="Google Shape;58;p1"/>
              <p:cNvSpPr/>
              <p:nvPr/>
            </p:nvSpPr>
            <p:spPr>
              <a:xfrm>
                <a:off x="2299151" y="2332553"/>
                <a:ext cx="478301" cy="2003393"/>
              </a:xfrm>
              <a:prstGeom prst="homePlate">
                <a:avLst>
                  <a:gd fmla="val 19785" name="adj"/>
                </a:avLst>
              </a:prstGeom>
              <a:solidFill>
                <a:srgbClr val="F2F2F2"/>
              </a:solidFill>
              <a:ln cap="flat" cmpd="sng" w="9525">
                <a:solidFill>
                  <a:srgbClr val="BFBFBF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95959"/>
                  </a:buClr>
                  <a:buSzPts val="640"/>
                  <a:buFont typeface="Malgun Gothic"/>
                  <a:buNone/>
                </a:pPr>
                <a:r>
                  <a:rPr b="1" i="0" lang="ko-KR" sz="800" u="none" cap="none" strike="noStrike">
                    <a:solidFill>
                      <a:srgbClr val="262626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구</a:t>
                </a:r>
                <a:endParaRPr b="1" i="0" sz="800" u="none" cap="none" strike="noStrike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95959"/>
                  </a:buClr>
                  <a:buSzPts val="640"/>
                  <a:buFont typeface="Malgun Gothic"/>
                  <a:buNone/>
                </a:pPr>
                <a:r>
                  <a:rPr b="1" i="0" lang="ko-KR" sz="800" u="none" cap="none" strike="noStrike">
                    <a:solidFill>
                      <a:srgbClr val="262626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현</a:t>
                </a:r>
                <a:endParaRPr/>
              </a:p>
            </p:txBody>
          </p:sp>
          <p:sp>
            <p:nvSpPr>
              <p:cNvPr id="59" name="Google Shape;59;p1"/>
              <p:cNvSpPr/>
              <p:nvPr/>
            </p:nvSpPr>
            <p:spPr>
              <a:xfrm>
                <a:off x="2777453" y="2341667"/>
                <a:ext cx="246374" cy="2003393"/>
              </a:xfrm>
              <a:prstGeom prst="homePlate">
                <a:avLst>
                  <a:gd fmla="val 19785" name="adj"/>
                </a:avLst>
              </a:prstGeom>
              <a:solidFill>
                <a:srgbClr val="F2F2F2"/>
              </a:solidFill>
              <a:ln cap="flat" cmpd="sng" w="9525">
                <a:solidFill>
                  <a:srgbClr val="BFBFBF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95959"/>
                  </a:buClr>
                  <a:buSzPts val="640"/>
                  <a:buFont typeface="Malgun Gothic"/>
                  <a:buNone/>
                </a:pPr>
                <a:r>
                  <a:rPr b="1" i="0" lang="ko-KR" sz="800" u="none" cap="none" strike="noStrike">
                    <a:solidFill>
                      <a:srgbClr val="262626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단</a:t>
                </a:r>
                <a:endParaRPr b="1" i="0" sz="800" u="none" cap="none" strike="noStrike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95959"/>
                  </a:buClr>
                  <a:buSzPts val="640"/>
                  <a:buFont typeface="Malgun Gothic"/>
                  <a:buNone/>
                </a:pPr>
                <a:r>
                  <a:rPr b="1" i="0" lang="ko-KR" sz="800" u="none" cap="none" strike="noStrike">
                    <a:solidFill>
                      <a:srgbClr val="262626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위</a:t>
                </a:r>
                <a:endParaRPr b="1" i="0" sz="800" u="none" cap="none" strike="noStrike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95959"/>
                  </a:buClr>
                  <a:buSzPts val="640"/>
                  <a:buFont typeface="Malgun Gothic"/>
                  <a:buNone/>
                </a:pPr>
                <a:r>
                  <a:rPr b="1" i="0" lang="ko-KR" sz="800" u="none" cap="none" strike="noStrike">
                    <a:solidFill>
                      <a:srgbClr val="262626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테</a:t>
                </a:r>
                <a:endParaRPr b="1" i="0" sz="800" u="none" cap="none" strike="noStrike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95959"/>
                  </a:buClr>
                  <a:buSzPts val="640"/>
                  <a:buFont typeface="Malgun Gothic"/>
                  <a:buNone/>
                </a:pPr>
                <a:r>
                  <a:rPr b="1" i="0" lang="ko-KR" sz="800" u="none" cap="none" strike="noStrike">
                    <a:solidFill>
                      <a:srgbClr val="262626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스</a:t>
                </a:r>
                <a:endParaRPr b="1" i="0" sz="800" u="none" cap="none" strike="noStrike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95959"/>
                  </a:buClr>
                  <a:buSzPts val="640"/>
                  <a:buFont typeface="Malgun Gothic"/>
                  <a:buNone/>
                </a:pPr>
                <a:r>
                  <a:rPr b="1" i="0" lang="ko-KR" sz="800" u="none" cap="none" strike="noStrike">
                    <a:solidFill>
                      <a:srgbClr val="262626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트</a:t>
                </a:r>
                <a:endParaRPr b="1" i="0" sz="800" u="none" cap="none" strike="noStrike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60" name="Google Shape;60;p1"/>
            <p:cNvSpPr/>
            <p:nvPr/>
          </p:nvSpPr>
          <p:spPr>
            <a:xfrm>
              <a:off x="3059832" y="2255029"/>
              <a:ext cx="972108" cy="2083818"/>
            </a:xfrm>
            <a:prstGeom prst="rect">
              <a:avLst/>
            </a:prstGeom>
            <a:noFill/>
            <a:ln cap="flat" cmpd="sng" w="254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112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61" name="Google Shape;61;p1"/>
          <p:cNvGrpSpPr/>
          <p:nvPr/>
        </p:nvGrpSpPr>
        <p:grpSpPr>
          <a:xfrm>
            <a:off x="4528681" y="2319722"/>
            <a:ext cx="985542" cy="2083818"/>
            <a:chOff x="3059832" y="2255029"/>
            <a:chExt cx="972108" cy="2083818"/>
          </a:xfrm>
        </p:grpSpPr>
        <p:grpSp>
          <p:nvGrpSpPr>
            <p:cNvPr id="62" name="Google Shape;62;p1"/>
            <p:cNvGrpSpPr/>
            <p:nvPr/>
          </p:nvGrpSpPr>
          <p:grpSpPr>
            <a:xfrm>
              <a:off x="3059832" y="2314080"/>
              <a:ext cx="958858" cy="2024767"/>
              <a:chOff x="2051720" y="2320293"/>
              <a:chExt cx="958858" cy="2024767"/>
            </a:xfrm>
          </p:grpSpPr>
          <p:sp>
            <p:nvSpPr>
              <p:cNvPr id="63" name="Google Shape;63;p1"/>
              <p:cNvSpPr/>
              <p:nvPr/>
            </p:nvSpPr>
            <p:spPr>
              <a:xfrm>
                <a:off x="2051720" y="2320293"/>
                <a:ext cx="223128" cy="2003393"/>
              </a:xfrm>
              <a:prstGeom prst="homePlate">
                <a:avLst>
                  <a:gd fmla="val 19785" name="adj"/>
                </a:avLst>
              </a:prstGeom>
              <a:solidFill>
                <a:srgbClr val="F2F2F2"/>
              </a:solidFill>
              <a:ln cap="flat" cmpd="sng" w="9525">
                <a:solidFill>
                  <a:srgbClr val="BFBFBF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95959"/>
                  </a:buClr>
                  <a:buSzPts val="640"/>
                  <a:buFont typeface="Malgun Gothic"/>
                  <a:buNone/>
                </a:pPr>
                <a:r>
                  <a:rPr b="1" i="0" lang="ko-KR" sz="800" u="none" cap="none" strike="noStrike">
                    <a:solidFill>
                      <a:srgbClr val="262626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분</a:t>
                </a:r>
                <a:endParaRPr b="1" i="0" sz="800" u="none" cap="none" strike="noStrike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95959"/>
                  </a:buClr>
                  <a:buSzPts val="640"/>
                  <a:buFont typeface="Malgun Gothic"/>
                  <a:buNone/>
                </a:pPr>
                <a:r>
                  <a:rPr b="1" i="0" lang="ko-KR" sz="800" u="none" cap="none" strike="noStrike">
                    <a:solidFill>
                      <a:srgbClr val="262626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석</a:t>
                </a:r>
                <a:endParaRPr b="1" i="0" sz="800" u="none" cap="none" strike="noStrike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95959"/>
                  </a:buClr>
                  <a:buSzPts val="640"/>
                  <a:buFont typeface="Malgun Gothic"/>
                  <a:buNone/>
                </a:pPr>
                <a:r>
                  <a:rPr b="1" i="0" lang="ko-KR" sz="800" u="none" cap="none" strike="noStrike">
                    <a:solidFill>
                      <a:srgbClr val="262626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및</a:t>
                </a:r>
                <a:endParaRPr b="1" i="0" sz="800" u="none" cap="none" strike="noStrike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95959"/>
                  </a:buClr>
                  <a:buSzPts val="640"/>
                  <a:buFont typeface="Malgun Gothic"/>
                  <a:buNone/>
                </a:pPr>
                <a:r>
                  <a:rPr b="1" i="0" lang="ko-KR" sz="800" u="none" cap="none" strike="noStrike">
                    <a:solidFill>
                      <a:srgbClr val="262626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설</a:t>
                </a:r>
                <a:endParaRPr b="1" i="0" sz="800" u="none" cap="none" strike="noStrike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95959"/>
                  </a:buClr>
                  <a:buSzPts val="640"/>
                  <a:buFont typeface="Malgun Gothic"/>
                  <a:buNone/>
                </a:pPr>
                <a:r>
                  <a:rPr b="1" i="0" lang="ko-KR" sz="800" u="none" cap="none" strike="noStrike">
                    <a:solidFill>
                      <a:srgbClr val="262626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계</a:t>
                </a:r>
                <a:endParaRPr/>
              </a:p>
            </p:txBody>
          </p:sp>
          <p:sp>
            <p:nvSpPr>
              <p:cNvPr id="64" name="Google Shape;64;p1"/>
              <p:cNvSpPr/>
              <p:nvPr/>
            </p:nvSpPr>
            <p:spPr>
              <a:xfrm>
                <a:off x="2292090" y="2332553"/>
                <a:ext cx="481491" cy="2003393"/>
              </a:xfrm>
              <a:prstGeom prst="homePlate">
                <a:avLst>
                  <a:gd fmla="val 19785" name="adj"/>
                </a:avLst>
              </a:prstGeom>
              <a:solidFill>
                <a:srgbClr val="F2F2F2"/>
              </a:solidFill>
              <a:ln cap="flat" cmpd="sng" w="9525">
                <a:solidFill>
                  <a:srgbClr val="BFBFBF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95959"/>
                  </a:buClr>
                  <a:buSzPts val="640"/>
                  <a:buFont typeface="Malgun Gothic"/>
                  <a:buNone/>
                </a:pPr>
                <a:r>
                  <a:rPr b="1" i="0" lang="ko-KR" sz="800" u="none" cap="none" strike="noStrike">
                    <a:solidFill>
                      <a:srgbClr val="262626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구</a:t>
                </a:r>
                <a:endParaRPr b="1" i="0" sz="800" u="none" cap="none" strike="noStrike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95959"/>
                  </a:buClr>
                  <a:buSzPts val="640"/>
                  <a:buFont typeface="Malgun Gothic"/>
                  <a:buNone/>
                </a:pPr>
                <a:r>
                  <a:rPr b="1" i="0" lang="ko-KR" sz="800" u="none" cap="none" strike="noStrike">
                    <a:solidFill>
                      <a:srgbClr val="262626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현</a:t>
                </a:r>
                <a:endParaRPr/>
              </a:p>
            </p:txBody>
          </p:sp>
          <p:sp>
            <p:nvSpPr>
              <p:cNvPr id="65" name="Google Shape;65;p1"/>
              <p:cNvSpPr/>
              <p:nvPr/>
            </p:nvSpPr>
            <p:spPr>
              <a:xfrm>
                <a:off x="2787450" y="2341667"/>
                <a:ext cx="223128" cy="2003393"/>
              </a:xfrm>
              <a:prstGeom prst="homePlate">
                <a:avLst>
                  <a:gd fmla="val 19785" name="adj"/>
                </a:avLst>
              </a:prstGeom>
              <a:solidFill>
                <a:srgbClr val="F2F2F2"/>
              </a:solidFill>
              <a:ln cap="flat" cmpd="sng" w="9525">
                <a:solidFill>
                  <a:srgbClr val="BFBFBF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95959"/>
                  </a:buClr>
                  <a:buSzPts val="640"/>
                  <a:buFont typeface="Malgun Gothic"/>
                  <a:buNone/>
                </a:pPr>
                <a:r>
                  <a:rPr b="1" i="0" lang="ko-KR" sz="800" u="none" cap="none" strike="noStrike">
                    <a:solidFill>
                      <a:srgbClr val="262626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단</a:t>
                </a:r>
                <a:endParaRPr b="1" i="0" sz="800" u="none" cap="none" strike="noStrike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95959"/>
                  </a:buClr>
                  <a:buSzPts val="640"/>
                  <a:buFont typeface="Malgun Gothic"/>
                  <a:buNone/>
                </a:pPr>
                <a:r>
                  <a:rPr b="1" i="0" lang="ko-KR" sz="800" u="none" cap="none" strike="noStrike">
                    <a:solidFill>
                      <a:srgbClr val="262626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위</a:t>
                </a:r>
                <a:endParaRPr b="1" i="0" sz="800" u="none" cap="none" strike="noStrike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95959"/>
                  </a:buClr>
                  <a:buSzPts val="640"/>
                  <a:buFont typeface="Malgun Gothic"/>
                  <a:buNone/>
                </a:pPr>
                <a:r>
                  <a:rPr b="1" i="0" lang="ko-KR" sz="800" u="none" cap="none" strike="noStrike">
                    <a:solidFill>
                      <a:srgbClr val="262626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테</a:t>
                </a:r>
                <a:endParaRPr b="1" i="0" sz="800" u="none" cap="none" strike="noStrike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95959"/>
                  </a:buClr>
                  <a:buSzPts val="640"/>
                  <a:buFont typeface="Malgun Gothic"/>
                  <a:buNone/>
                </a:pPr>
                <a:r>
                  <a:rPr b="1" i="0" lang="ko-KR" sz="800" u="none" cap="none" strike="noStrike">
                    <a:solidFill>
                      <a:srgbClr val="262626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스</a:t>
                </a:r>
                <a:endParaRPr b="1" i="0" sz="800" u="none" cap="none" strike="noStrike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95959"/>
                  </a:buClr>
                  <a:buSzPts val="640"/>
                  <a:buFont typeface="Malgun Gothic"/>
                  <a:buNone/>
                </a:pPr>
                <a:r>
                  <a:rPr b="1" i="0" lang="ko-KR" sz="800" u="none" cap="none" strike="noStrike">
                    <a:solidFill>
                      <a:srgbClr val="262626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트</a:t>
                </a:r>
                <a:endParaRPr b="1" i="0" sz="800" u="none" cap="none" strike="noStrike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66" name="Google Shape;66;p1"/>
            <p:cNvSpPr/>
            <p:nvPr/>
          </p:nvSpPr>
          <p:spPr>
            <a:xfrm>
              <a:off x="3059832" y="2255029"/>
              <a:ext cx="972108" cy="2083818"/>
            </a:xfrm>
            <a:prstGeom prst="rect">
              <a:avLst/>
            </a:prstGeom>
            <a:noFill/>
            <a:ln cap="flat" cmpd="sng" w="254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112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67" name="Google Shape;67;p1"/>
          <p:cNvGrpSpPr/>
          <p:nvPr/>
        </p:nvGrpSpPr>
        <p:grpSpPr>
          <a:xfrm>
            <a:off x="5508104" y="2319722"/>
            <a:ext cx="985542" cy="2083818"/>
            <a:chOff x="3059832" y="2255029"/>
            <a:chExt cx="972108" cy="2083818"/>
          </a:xfrm>
        </p:grpSpPr>
        <p:grpSp>
          <p:nvGrpSpPr>
            <p:cNvPr id="68" name="Google Shape;68;p1"/>
            <p:cNvGrpSpPr/>
            <p:nvPr/>
          </p:nvGrpSpPr>
          <p:grpSpPr>
            <a:xfrm>
              <a:off x="3059832" y="2314080"/>
              <a:ext cx="958858" cy="2024767"/>
              <a:chOff x="2051720" y="2320293"/>
              <a:chExt cx="958858" cy="2024767"/>
            </a:xfrm>
          </p:grpSpPr>
          <p:sp>
            <p:nvSpPr>
              <p:cNvPr id="69" name="Google Shape;69;p1"/>
              <p:cNvSpPr/>
              <p:nvPr/>
            </p:nvSpPr>
            <p:spPr>
              <a:xfrm>
                <a:off x="2051720" y="2320293"/>
                <a:ext cx="223128" cy="2003393"/>
              </a:xfrm>
              <a:prstGeom prst="homePlate">
                <a:avLst>
                  <a:gd fmla="val 19785" name="adj"/>
                </a:avLst>
              </a:prstGeom>
              <a:solidFill>
                <a:srgbClr val="F2F2F2"/>
              </a:solidFill>
              <a:ln cap="flat" cmpd="sng" w="9525">
                <a:solidFill>
                  <a:srgbClr val="BFBFBF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95959"/>
                  </a:buClr>
                  <a:buSzPts val="640"/>
                  <a:buFont typeface="Malgun Gothic"/>
                  <a:buNone/>
                </a:pPr>
                <a:r>
                  <a:rPr b="1" i="0" lang="ko-KR" sz="800" u="none" cap="none" strike="noStrike">
                    <a:solidFill>
                      <a:srgbClr val="262626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분</a:t>
                </a:r>
                <a:endParaRPr b="1" i="0" sz="800" u="none" cap="none" strike="noStrike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95959"/>
                  </a:buClr>
                  <a:buSzPts val="640"/>
                  <a:buFont typeface="Malgun Gothic"/>
                  <a:buNone/>
                </a:pPr>
                <a:r>
                  <a:rPr b="1" i="0" lang="ko-KR" sz="800" u="none" cap="none" strike="noStrike">
                    <a:solidFill>
                      <a:srgbClr val="262626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석</a:t>
                </a:r>
                <a:endParaRPr b="1" i="0" sz="800" u="none" cap="none" strike="noStrike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95959"/>
                  </a:buClr>
                  <a:buSzPts val="640"/>
                  <a:buFont typeface="Malgun Gothic"/>
                  <a:buNone/>
                </a:pPr>
                <a:r>
                  <a:rPr b="1" i="0" lang="ko-KR" sz="800" u="none" cap="none" strike="noStrike">
                    <a:solidFill>
                      <a:srgbClr val="262626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및</a:t>
                </a:r>
                <a:endParaRPr b="1" i="0" sz="800" u="none" cap="none" strike="noStrike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95959"/>
                  </a:buClr>
                  <a:buSzPts val="640"/>
                  <a:buFont typeface="Malgun Gothic"/>
                  <a:buNone/>
                </a:pPr>
                <a:r>
                  <a:rPr b="1" i="0" lang="ko-KR" sz="800" u="none" cap="none" strike="noStrike">
                    <a:solidFill>
                      <a:srgbClr val="262626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설</a:t>
                </a:r>
                <a:endParaRPr b="1" i="0" sz="800" u="none" cap="none" strike="noStrike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95959"/>
                  </a:buClr>
                  <a:buSzPts val="640"/>
                  <a:buFont typeface="Malgun Gothic"/>
                  <a:buNone/>
                </a:pPr>
                <a:r>
                  <a:rPr b="1" i="0" lang="ko-KR" sz="800" u="none" cap="none" strike="noStrike">
                    <a:solidFill>
                      <a:srgbClr val="262626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계</a:t>
                </a:r>
                <a:endParaRPr/>
              </a:p>
            </p:txBody>
          </p:sp>
          <p:sp>
            <p:nvSpPr>
              <p:cNvPr id="70" name="Google Shape;70;p1"/>
              <p:cNvSpPr/>
              <p:nvPr/>
            </p:nvSpPr>
            <p:spPr>
              <a:xfrm>
                <a:off x="2292090" y="2332553"/>
                <a:ext cx="481491" cy="2003393"/>
              </a:xfrm>
              <a:prstGeom prst="homePlate">
                <a:avLst>
                  <a:gd fmla="val 19785" name="adj"/>
                </a:avLst>
              </a:prstGeom>
              <a:solidFill>
                <a:srgbClr val="F2F2F2"/>
              </a:solidFill>
              <a:ln cap="flat" cmpd="sng" w="9525">
                <a:solidFill>
                  <a:srgbClr val="BFBFBF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95959"/>
                  </a:buClr>
                  <a:buSzPts val="640"/>
                  <a:buFont typeface="Malgun Gothic"/>
                  <a:buNone/>
                </a:pPr>
                <a:r>
                  <a:rPr b="1" i="0" lang="ko-KR" sz="800" u="none" cap="none" strike="noStrike">
                    <a:solidFill>
                      <a:srgbClr val="262626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구</a:t>
                </a:r>
                <a:endParaRPr b="1" i="0" sz="800" u="none" cap="none" strike="noStrike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95959"/>
                  </a:buClr>
                  <a:buSzPts val="640"/>
                  <a:buFont typeface="Malgun Gothic"/>
                  <a:buNone/>
                </a:pPr>
                <a:r>
                  <a:rPr b="1" i="0" lang="ko-KR" sz="800" u="none" cap="none" strike="noStrike">
                    <a:solidFill>
                      <a:srgbClr val="262626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현</a:t>
                </a:r>
                <a:endParaRPr/>
              </a:p>
            </p:txBody>
          </p:sp>
          <p:sp>
            <p:nvSpPr>
              <p:cNvPr id="71" name="Google Shape;71;p1"/>
              <p:cNvSpPr/>
              <p:nvPr/>
            </p:nvSpPr>
            <p:spPr>
              <a:xfrm>
                <a:off x="2787450" y="2341667"/>
                <a:ext cx="223128" cy="2003393"/>
              </a:xfrm>
              <a:prstGeom prst="homePlate">
                <a:avLst>
                  <a:gd fmla="val 19785" name="adj"/>
                </a:avLst>
              </a:prstGeom>
              <a:solidFill>
                <a:srgbClr val="F2F2F2"/>
              </a:solidFill>
              <a:ln cap="flat" cmpd="sng" w="9525">
                <a:solidFill>
                  <a:srgbClr val="BFBFBF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95959"/>
                  </a:buClr>
                  <a:buSzPts val="640"/>
                  <a:buFont typeface="Malgun Gothic"/>
                  <a:buNone/>
                </a:pPr>
                <a:r>
                  <a:rPr b="1" i="0" lang="ko-KR" sz="800" u="none" cap="none" strike="noStrike">
                    <a:solidFill>
                      <a:srgbClr val="262626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단</a:t>
                </a:r>
                <a:endParaRPr b="1" i="0" sz="800" u="none" cap="none" strike="noStrike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95959"/>
                  </a:buClr>
                  <a:buSzPts val="640"/>
                  <a:buFont typeface="Malgun Gothic"/>
                  <a:buNone/>
                </a:pPr>
                <a:r>
                  <a:rPr b="1" i="0" lang="ko-KR" sz="800" u="none" cap="none" strike="noStrike">
                    <a:solidFill>
                      <a:srgbClr val="262626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위</a:t>
                </a:r>
                <a:endParaRPr b="1" i="0" sz="800" u="none" cap="none" strike="noStrike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95959"/>
                  </a:buClr>
                  <a:buSzPts val="640"/>
                  <a:buFont typeface="Malgun Gothic"/>
                  <a:buNone/>
                </a:pPr>
                <a:r>
                  <a:rPr b="1" i="0" lang="ko-KR" sz="800" u="none" cap="none" strike="noStrike">
                    <a:solidFill>
                      <a:srgbClr val="262626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테</a:t>
                </a:r>
                <a:endParaRPr b="1" i="0" sz="800" u="none" cap="none" strike="noStrike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95959"/>
                  </a:buClr>
                  <a:buSzPts val="640"/>
                  <a:buFont typeface="Malgun Gothic"/>
                  <a:buNone/>
                </a:pPr>
                <a:r>
                  <a:rPr b="1" i="0" lang="ko-KR" sz="800" u="none" cap="none" strike="noStrike">
                    <a:solidFill>
                      <a:srgbClr val="262626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스</a:t>
                </a:r>
                <a:endParaRPr b="1" i="0" sz="800" u="none" cap="none" strike="noStrike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95959"/>
                  </a:buClr>
                  <a:buSzPts val="640"/>
                  <a:buFont typeface="Malgun Gothic"/>
                  <a:buNone/>
                </a:pPr>
                <a:r>
                  <a:rPr b="1" i="0" lang="ko-KR" sz="800" u="none" cap="none" strike="noStrike">
                    <a:solidFill>
                      <a:srgbClr val="262626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트</a:t>
                </a:r>
                <a:endParaRPr b="1" i="0" sz="800" u="none" cap="none" strike="noStrike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72" name="Google Shape;72;p1"/>
            <p:cNvSpPr/>
            <p:nvPr/>
          </p:nvSpPr>
          <p:spPr>
            <a:xfrm>
              <a:off x="3059832" y="2255029"/>
              <a:ext cx="972108" cy="2083818"/>
            </a:xfrm>
            <a:prstGeom prst="rect">
              <a:avLst/>
            </a:prstGeom>
            <a:noFill/>
            <a:ln cap="flat" cmpd="sng" w="254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112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73" name="Google Shape;73;p1"/>
          <p:cNvGrpSpPr/>
          <p:nvPr/>
        </p:nvGrpSpPr>
        <p:grpSpPr>
          <a:xfrm>
            <a:off x="6516216" y="2805832"/>
            <a:ext cx="985542" cy="1602122"/>
            <a:chOff x="3059832" y="2255029"/>
            <a:chExt cx="972108" cy="2083818"/>
          </a:xfrm>
        </p:grpSpPr>
        <p:grpSp>
          <p:nvGrpSpPr>
            <p:cNvPr id="74" name="Google Shape;74;p1"/>
            <p:cNvGrpSpPr/>
            <p:nvPr/>
          </p:nvGrpSpPr>
          <p:grpSpPr>
            <a:xfrm>
              <a:off x="3059832" y="2314080"/>
              <a:ext cx="958858" cy="2024767"/>
              <a:chOff x="2051720" y="2320293"/>
              <a:chExt cx="958858" cy="2024767"/>
            </a:xfrm>
          </p:grpSpPr>
          <p:sp>
            <p:nvSpPr>
              <p:cNvPr id="75" name="Google Shape;75;p1"/>
              <p:cNvSpPr/>
              <p:nvPr/>
            </p:nvSpPr>
            <p:spPr>
              <a:xfrm>
                <a:off x="2051720" y="2320293"/>
                <a:ext cx="223128" cy="2003393"/>
              </a:xfrm>
              <a:prstGeom prst="homePlate">
                <a:avLst>
                  <a:gd fmla="val 19785" name="adj"/>
                </a:avLst>
              </a:prstGeom>
              <a:solidFill>
                <a:srgbClr val="F2F2F2"/>
              </a:solidFill>
              <a:ln cap="flat" cmpd="sng" w="9525">
                <a:solidFill>
                  <a:srgbClr val="BFBFBF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95959"/>
                  </a:buClr>
                  <a:buSzPts val="640"/>
                  <a:buFont typeface="Malgun Gothic"/>
                  <a:buNone/>
                </a:pPr>
                <a:r>
                  <a:rPr b="1" i="0" lang="ko-KR" sz="800" u="none" cap="none" strike="noStrike">
                    <a:solidFill>
                      <a:srgbClr val="262626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분</a:t>
                </a:r>
                <a:endParaRPr b="1" i="0" sz="800" u="none" cap="none" strike="noStrike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95959"/>
                  </a:buClr>
                  <a:buSzPts val="640"/>
                  <a:buFont typeface="Malgun Gothic"/>
                  <a:buNone/>
                </a:pPr>
                <a:r>
                  <a:rPr b="1" i="0" lang="ko-KR" sz="800" u="none" cap="none" strike="noStrike">
                    <a:solidFill>
                      <a:srgbClr val="262626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석</a:t>
                </a:r>
                <a:endParaRPr b="1" i="0" sz="800" u="none" cap="none" strike="noStrike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95959"/>
                  </a:buClr>
                  <a:buSzPts val="640"/>
                  <a:buFont typeface="Malgun Gothic"/>
                  <a:buNone/>
                </a:pPr>
                <a:r>
                  <a:rPr b="1" i="0" lang="ko-KR" sz="800" u="none" cap="none" strike="noStrike">
                    <a:solidFill>
                      <a:srgbClr val="262626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및</a:t>
                </a:r>
                <a:endParaRPr b="1" i="0" sz="800" u="none" cap="none" strike="noStrike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95959"/>
                  </a:buClr>
                  <a:buSzPts val="640"/>
                  <a:buFont typeface="Malgun Gothic"/>
                  <a:buNone/>
                </a:pPr>
                <a:r>
                  <a:rPr b="1" i="0" lang="ko-KR" sz="800" u="none" cap="none" strike="noStrike">
                    <a:solidFill>
                      <a:srgbClr val="262626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설</a:t>
                </a:r>
                <a:endParaRPr b="1" i="0" sz="800" u="none" cap="none" strike="noStrike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95959"/>
                  </a:buClr>
                  <a:buSzPts val="640"/>
                  <a:buFont typeface="Malgun Gothic"/>
                  <a:buNone/>
                </a:pPr>
                <a:r>
                  <a:rPr b="1" i="0" lang="ko-KR" sz="800" u="none" cap="none" strike="noStrike">
                    <a:solidFill>
                      <a:srgbClr val="262626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계</a:t>
                </a:r>
                <a:endParaRPr/>
              </a:p>
            </p:txBody>
          </p:sp>
          <p:sp>
            <p:nvSpPr>
              <p:cNvPr id="76" name="Google Shape;76;p1"/>
              <p:cNvSpPr/>
              <p:nvPr/>
            </p:nvSpPr>
            <p:spPr>
              <a:xfrm>
                <a:off x="2292090" y="2332553"/>
                <a:ext cx="481491" cy="2003393"/>
              </a:xfrm>
              <a:prstGeom prst="homePlate">
                <a:avLst>
                  <a:gd fmla="val 19785" name="adj"/>
                </a:avLst>
              </a:prstGeom>
              <a:solidFill>
                <a:srgbClr val="F2F2F2"/>
              </a:solidFill>
              <a:ln cap="flat" cmpd="sng" w="9525">
                <a:solidFill>
                  <a:srgbClr val="BFBFBF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95959"/>
                  </a:buClr>
                  <a:buSzPts val="640"/>
                  <a:buFont typeface="Malgun Gothic"/>
                  <a:buNone/>
                </a:pPr>
                <a:r>
                  <a:rPr b="1" i="0" lang="ko-KR" sz="800" u="none" cap="none" strike="noStrike">
                    <a:solidFill>
                      <a:srgbClr val="262626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구</a:t>
                </a:r>
                <a:endParaRPr b="1" i="0" sz="800" u="none" cap="none" strike="noStrike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95959"/>
                  </a:buClr>
                  <a:buSzPts val="640"/>
                  <a:buFont typeface="Malgun Gothic"/>
                  <a:buNone/>
                </a:pPr>
                <a:r>
                  <a:rPr b="1" i="0" lang="ko-KR" sz="800" u="none" cap="none" strike="noStrike">
                    <a:solidFill>
                      <a:srgbClr val="262626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현</a:t>
                </a:r>
                <a:endParaRPr/>
              </a:p>
            </p:txBody>
          </p:sp>
          <p:sp>
            <p:nvSpPr>
              <p:cNvPr id="77" name="Google Shape;77;p1"/>
              <p:cNvSpPr/>
              <p:nvPr/>
            </p:nvSpPr>
            <p:spPr>
              <a:xfrm>
                <a:off x="2787450" y="2341667"/>
                <a:ext cx="223128" cy="2003393"/>
              </a:xfrm>
              <a:prstGeom prst="homePlate">
                <a:avLst>
                  <a:gd fmla="val 19785" name="adj"/>
                </a:avLst>
              </a:prstGeom>
              <a:solidFill>
                <a:srgbClr val="F2F2F2"/>
              </a:solidFill>
              <a:ln cap="flat" cmpd="sng" w="9525">
                <a:solidFill>
                  <a:srgbClr val="BFBFBF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95959"/>
                  </a:buClr>
                  <a:buSzPts val="640"/>
                  <a:buFont typeface="Malgun Gothic"/>
                  <a:buNone/>
                </a:pPr>
                <a:r>
                  <a:rPr b="1" i="0" lang="ko-KR" sz="800" u="none" cap="none" strike="noStrike">
                    <a:solidFill>
                      <a:srgbClr val="262626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단</a:t>
                </a:r>
                <a:endParaRPr b="1" i="0" sz="800" u="none" cap="none" strike="noStrike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95959"/>
                  </a:buClr>
                  <a:buSzPts val="640"/>
                  <a:buFont typeface="Malgun Gothic"/>
                  <a:buNone/>
                </a:pPr>
                <a:r>
                  <a:rPr b="1" i="0" lang="ko-KR" sz="800" u="none" cap="none" strike="noStrike">
                    <a:solidFill>
                      <a:srgbClr val="262626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위</a:t>
                </a:r>
                <a:endParaRPr b="1" i="0" sz="800" u="none" cap="none" strike="noStrike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95959"/>
                  </a:buClr>
                  <a:buSzPts val="640"/>
                  <a:buFont typeface="Malgun Gothic"/>
                  <a:buNone/>
                </a:pPr>
                <a:r>
                  <a:rPr b="1" i="0" lang="ko-KR" sz="800" u="none" cap="none" strike="noStrike">
                    <a:solidFill>
                      <a:srgbClr val="262626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테</a:t>
                </a:r>
                <a:endParaRPr b="1" i="0" sz="800" u="none" cap="none" strike="noStrike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95959"/>
                  </a:buClr>
                  <a:buSzPts val="640"/>
                  <a:buFont typeface="Malgun Gothic"/>
                  <a:buNone/>
                </a:pPr>
                <a:r>
                  <a:rPr b="1" i="0" lang="ko-KR" sz="800" u="none" cap="none" strike="noStrike">
                    <a:solidFill>
                      <a:srgbClr val="262626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스</a:t>
                </a:r>
                <a:endParaRPr b="1" i="0" sz="800" u="none" cap="none" strike="noStrike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95959"/>
                  </a:buClr>
                  <a:buSzPts val="640"/>
                  <a:buFont typeface="Malgun Gothic"/>
                  <a:buNone/>
                </a:pPr>
                <a:r>
                  <a:rPr b="1" i="0" lang="ko-KR" sz="800" u="none" cap="none" strike="noStrike">
                    <a:solidFill>
                      <a:srgbClr val="262626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트</a:t>
                </a:r>
                <a:endParaRPr b="1" i="0" sz="800" u="none" cap="none" strike="noStrike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78" name="Google Shape;78;p1"/>
            <p:cNvSpPr/>
            <p:nvPr/>
          </p:nvSpPr>
          <p:spPr>
            <a:xfrm>
              <a:off x="3059832" y="2255029"/>
              <a:ext cx="972108" cy="2083818"/>
            </a:xfrm>
            <a:prstGeom prst="rect">
              <a:avLst/>
            </a:prstGeom>
            <a:noFill/>
            <a:ln cap="flat" cmpd="sng" w="254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112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pic>
        <p:nvPicPr>
          <p:cNvPr id="79" name="Google Shape;7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12042" y="3842118"/>
            <a:ext cx="739778" cy="529832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36178" y="3867894"/>
            <a:ext cx="739778" cy="529832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60314" y="3842118"/>
            <a:ext cx="739778" cy="529832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32422" y="3834803"/>
            <a:ext cx="739778" cy="529832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40534" y="3831890"/>
            <a:ext cx="739778" cy="529832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"/>
          <p:cNvSpPr txBox="1"/>
          <p:nvPr/>
        </p:nvSpPr>
        <p:spPr>
          <a:xfrm>
            <a:off x="4211959" y="1455626"/>
            <a:ext cx="1080121" cy="138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720"/>
              <a:buFont typeface="Malgun Gothic"/>
              <a:buNone/>
            </a:pPr>
            <a:r>
              <a:rPr b="1" i="0" lang="ko-KR" sz="900" u="none" cap="none" strike="noStrike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중간발표</a:t>
            </a:r>
            <a:endParaRPr b="1" i="0" sz="900" u="none" cap="none" strike="noStrike">
              <a:solidFill>
                <a:srgbClr val="C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5" name="Google Shape;85;p1"/>
          <p:cNvSpPr/>
          <p:nvPr/>
        </p:nvSpPr>
        <p:spPr>
          <a:xfrm rot="2700000">
            <a:off x="4697773" y="1338252"/>
            <a:ext cx="54436" cy="72782"/>
          </a:xfrm>
          <a:prstGeom prst="rect">
            <a:avLst/>
          </a:prstGeom>
          <a:solidFill>
            <a:srgbClr val="C00000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tl" dir="2460000" dist="127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0"/>
              <a:buFont typeface="Malgun Gothic"/>
              <a:buNone/>
            </a:pPr>
            <a:r>
              <a:t/>
            </a:r>
            <a:endParaRPr b="0" i="0" sz="127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1606714" y="1497147"/>
            <a:ext cx="589022" cy="138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720"/>
              <a:buFont typeface="Malgun Gothic"/>
              <a:buNone/>
            </a:pPr>
            <a:r>
              <a:rPr b="1" i="0" lang="ko-KR" sz="900" u="none" cap="none" strike="noStrike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착수</a:t>
            </a:r>
            <a:endParaRPr/>
          </a:p>
        </p:txBody>
      </p:sp>
      <p:sp>
        <p:nvSpPr>
          <p:cNvPr id="87" name="Google Shape;87;p1"/>
          <p:cNvSpPr/>
          <p:nvPr/>
        </p:nvSpPr>
        <p:spPr>
          <a:xfrm rot="2700000">
            <a:off x="1871511" y="1356202"/>
            <a:ext cx="54436" cy="72782"/>
          </a:xfrm>
          <a:prstGeom prst="rect">
            <a:avLst/>
          </a:prstGeom>
          <a:solidFill>
            <a:srgbClr val="C00000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tl" dir="2460000" dist="127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0"/>
              <a:buFont typeface="Malgun Gothic"/>
              <a:buNone/>
            </a:pPr>
            <a:r>
              <a:t/>
            </a:r>
            <a:endParaRPr b="0" i="0" sz="127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1966754" y="1499286"/>
            <a:ext cx="589022" cy="138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720"/>
              <a:buFont typeface="Malgun Gothic"/>
              <a:buNone/>
            </a:pPr>
            <a:r>
              <a:rPr b="1" i="0" lang="ko-KR" sz="900" u="none" cap="none" strike="noStrike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계획</a:t>
            </a:r>
            <a:endParaRPr/>
          </a:p>
        </p:txBody>
      </p:sp>
      <p:sp>
        <p:nvSpPr>
          <p:cNvPr id="89" name="Google Shape;89;p1"/>
          <p:cNvSpPr/>
          <p:nvPr/>
        </p:nvSpPr>
        <p:spPr>
          <a:xfrm rot="2700000">
            <a:off x="2231551" y="1358341"/>
            <a:ext cx="54436" cy="72782"/>
          </a:xfrm>
          <a:prstGeom prst="rect">
            <a:avLst/>
          </a:prstGeom>
          <a:solidFill>
            <a:srgbClr val="C00000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tl" dir="2460000" dist="127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0"/>
              <a:buFont typeface="Malgun Gothic"/>
              <a:buNone/>
            </a:pPr>
            <a:r>
              <a:t/>
            </a:r>
            <a:endParaRPr b="0" i="0" sz="127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7996409" y="1497147"/>
            <a:ext cx="680047" cy="138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720"/>
              <a:buFont typeface="Malgun Gothic"/>
              <a:buNone/>
            </a:pPr>
            <a:r>
              <a:rPr b="1" i="0" lang="ko-KR" sz="900" u="none" cap="none" strike="noStrike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종료</a:t>
            </a:r>
            <a:endParaRPr/>
          </a:p>
        </p:txBody>
      </p:sp>
      <p:sp>
        <p:nvSpPr>
          <p:cNvPr id="91" name="Google Shape;91;p1"/>
          <p:cNvSpPr/>
          <p:nvPr/>
        </p:nvSpPr>
        <p:spPr>
          <a:xfrm rot="2700000">
            <a:off x="8280223" y="1356202"/>
            <a:ext cx="54436" cy="72782"/>
          </a:xfrm>
          <a:prstGeom prst="rect">
            <a:avLst/>
          </a:prstGeom>
          <a:solidFill>
            <a:srgbClr val="C00000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tl" dir="2460000" dist="127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0"/>
              <a:buFont typeface="Malgun Gothic"/>
              <a:buNone/>
            </a:pPr>
            <a:r>
              <a:t/>
            </a:r>
            <a:endParaRPr b="0" i="0" sz="127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6" name="Google Shape;96;p2"/>
          <p:cNvGraphicFramePr/>
          <p:nvPr/>
        </p:nvGraphicFramePr>
        <p:xfrm>
          <a:off x="240971" y="62753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{66A8077F-D876-4FD2-8D97-C0EC8139406F}</a:tableStyleId>
              </a:tblPr>
              <a:tblGrid>
                <a:gridCol w="835000"/>
                <a:gridCol w="492375"/>
                <a:gridCol w="492375"/>
                <a:gridCol w="492375"/>
                <a:gridCol w="492375"/>
                <a:gridCol w="492375"/>
                <a:gridCol w="492375"/>
                <a:gridCol w="492375"/>
                <a:gridCol w="492375"/>
                <a:gridCol w="492375"/>
                <a:gridCol w="492375"/>
                <a:gridCol w="492375"/>
                <a:gridCol w="492375"/>
                <a:gridCol w="492375"/>
                <a:gridCol w="492375"/>
                <a:gridCol w="492375"/>
                <a:gridCol w="492375"/>
              </a:tblGrid>
              <a:tr h="231625"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b="1" lang="ko-KR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구분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gridSpan="5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b="1" lang="ko-KR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9월</a:t>
                      </a:r>
                      <a:endParaRPr b="1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hMerge="1"/>
                <a:tc hMerge="1"/>
                <a:tc hMerge="1"/>
                <a:tc hMerge="1"/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b="1" lang="ko-KR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10월</a:t>
                      </a:r>
                      <a:endParaRPr b="1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hMerge="1"/>
                <a:tc hMerge="1"/>
                <a:tc hMerge="1"/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b="1" lang="ko-KR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11월</a:t>
                      </a:r>
                      <a:endParaRPr b="1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hMerge="1"/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b="1" lang="ko-KR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12월</a:t>
                      </a:r>
                      <a:endParaRPr b="1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hMerge="1"/>
                <a:tc hMerge="1"/>
              </a:tr>
              <a:tr h="23162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b="1" lang="ko-KR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1W</a:t>
                      </a:r>
                      <a:endParaRPr b="1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b="1" lang="ko-KR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2W</a:t>
                      </a:r>
                      <a:endParaRPr b="1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b="1" lang="ko-KR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3W</a:t>
                      </a:r>
                      <a:endParaRPr b="1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b="1" lang="ko-KR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4W</a:t>
                      </a:r>
                      <a:endParaRPr b="1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b="1" lang="ko-KR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5W</a:t>
                      </a:r>
                      <a:endParaRPr b="1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b="1" lang="ko-KR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6W</a:t>
                      </a:r>
                      <a:endParaRPr b="1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b="1" lang="ko-KR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7W</a:t>
                      </a:r>
                      <a:endParaRPr b="1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b="1" lang="ko-KR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8W</a:t>
                      </a:r>
                      <a:endParaRPr b="1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b="1" lang="ko-KR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9W</a:t>
                      </a:r>
                      <a:endParaRPr b="1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b="1" lang="ko-KR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10W</a:t>
                      </a:r>
                      <a:endParaRPr b="1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b="1" lang="ko-KR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11W</a:t>
                      </a:r>
                      <a:endParaRPr b="1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b="1" lang="ko-KR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12W</a:t>
                      </a:r>
                      <a:endParaRPr b="1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b="1" lang="ko-KR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13W</a:t>
                      </a:r>
                      <a:endParaRPr b="1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b="1" lang="ko-KR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14W</a:t>
                      </a:r>
                      <a:endParaRPr b="1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b="1" lang="ko-KR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15W</a:t>
                      </a:r>
                      <a:endParaRPr b="1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b="1" lang="ko-KR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보강</a:t>
                      </a:r>
                      <a:endParaRPr b="1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583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b="1" lang="ko-KR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마일스톤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65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b="1" lang="ko-KR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성과목표</a:t>
                      </a:r>
                      <a:endParaRPr b="1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b="1" lang="ko-KR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및 Epic</a:t>
                      </a:r>
                      <a:endParaRPr b="1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12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b="1" lang="ko-KR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공통 및 아키텍터</a:t>
                      </a:r>
                      <a:endParaRPr b="1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/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/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/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/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/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/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/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/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/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/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/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/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/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/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/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/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68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b="1" lang="ko-KR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UI/UX</a:t>
                      </a:r>
                      <a:endParaRPr b="1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/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/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/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/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/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/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/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/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/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/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/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/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/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/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/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/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03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b="1" lang="ko-KR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F/E</a:t>
                      </a:r>
                      <a:endParaRPr b="1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/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/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/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/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/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/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/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/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/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/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/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/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/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/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/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/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08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b="1" lang="ko-KR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B/E</a:t>
                      </a:r>
                      <a:endParaRPr b="1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/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/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/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/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/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/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/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/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/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/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/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/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/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/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/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/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21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b="1" lang="ko-KR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IF(API)</a:t>
                      </a:r>
                      <a:endParaRPr b="1" sz="900" u="none" cap="none" strike="noStrik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/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/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/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/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/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/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/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/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/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/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/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/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/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/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/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/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1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b="1" lang="ko-KR" sz="900" u="none" cap="none" strike="noStrik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기타</a:t>
                      </a:r>
                      <a:endParaRPr/>
                    </a:p>
                  </a:txBody>
                  <a:tcPr marT="36000" marB="36000" marR="36000" marL="360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/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/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/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/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/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/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/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/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/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/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/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/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/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/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/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/>
                    </a:p>
                  </a:txBody>
                  <a:tcPr marT="36000" marB="36000" marR="36000" marL="36000">
                    <a:lnL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66E9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97" name="Google Shape;97;p2"/>
          <p:cNvSpPr txBox="1"/>
          <p:nvPr/>
        </p:nvSpPr>
        <p:spPr>
          <a:xfrm>
            <a:off x="251520" y="88983"/>
            <a:ext cx="4320480" cy="252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4058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Malgun Gothic"/>
              <a:buNone/>
            </a:pPr>
            <a:r>
              <a:rPr b="1" i="0" lang="ko-KR" sz="17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CampusRAG 프로젝트 마일스톤</a:t>
            </a:r>
            <a:endParaRPr/>
          </a:p>
        </p:txBody>
      </p:sp>
      <p:sp>
        <p:nvSpPr>
          <p:cNvPr id="98" name="Google Shape;98;p2"/>
          <p:cNvSpPr txBox="1"/>
          <p:nvPr/>
        </p:nvSpPr>
        <p:spPr>
          <a:xfrm>
            <a:off x="6336198" y="51472"/>
            <a:ext cx="2556284" cy="2887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55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주차 별 진행 방향</a:t>
            </a:r>
            <a:endParaRPr b="0" i="0" sz="17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9" name="Google Shape;99;p2"/>
          <p:cNvSpPr txBox="1"/>
          <p:nvPr/>
        </p:nvSpPr>
        <p:spPr>
          <a:xfrm>
            <a:off x="251520" y="4701503"/>
            <a:ext cx="5490030" cy="138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720"/>
              <a:buFont typeface="Arial"/>
              <a:buNone/>
            </a:pPr>
            <a:r>
              <a:rPr b="1" i="0" lang="ko-KR" sz="90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* 프로젝트 수행 일정 및 학교 내부 현황에 따라 일정은 조정 함.</a:t>
            </a:r>
            <a:endParaRPr b="1" i="0" sz="900" u="none" cap="none" strike="noStrike">
              <a:solidFill>
                <a:srgbClr val="262626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0" name="Google Shape;100;p2"/>
          <p:cNvSpPr txBox="1"/>
          <p:nvPr/>
        </p:nvSpPr>
        <p:spPr>
          <a:xfrm>
            <a:off x="7020272" y="469342"/>
            <a:ext cx="1872208" cy="138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720"/>
              <a:buFont typeface="Arial"/>
              <a:buNone/>
            </a:pPr>
            <a:r>
              <a:rPr b="0" i="1" lang="ko-KR" sz="90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작성일: 2026-09-22</a:t>
            </a:r>
            <a:endParaRPr b="0" i="1" sz="900" u="none" cap="none" strike="noStrike">
              <a:solidFill>
                <a:srgbClr val="262626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descr="강-5단" id="101" name="Google Shape;101;p2"/>
          <p:cNvSpPr/>
          <p:nvPr/>
        </p:nvSpPr>
        <p:spPr>
          <a:xfrm>
            <a:off x="2051720" y="1131814"/>
            <a:ext cx="959166" cy="156622"/>
          </a:xfrm>
          <a:prstGeom prst="rect">
            <a:avLst/>
          </a:prstGeom>
          <a:solidFill>
            <a:srgbClr val="85A0CC"/>
          </a:solidFill>
          <a:ln cap="flat" cmpd="sng" w="9525">
            <a:solidFill>
              <a:srgbClr val="0C41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1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00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Sprint #1</a:t>
            </a:r>
            <a:endParaRPr b="1" i="0" sz="1000" u="none" cap="none" strike="noStrike">
              <a:solidFill>
                <a:srgbClr val="262626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descr="강-5단" id="102" name="Google Shape;102;p2"/>
          <p:cNvSpPr/>
          <p:nvPr/>
        </p:nvSpPr>
        <p:spPr>
          <a:xfrm>
            <a:off x="3059832" y="1132860"/>
            <a:ext cx="1440160" cy="156622"/>
          </a:xfrm>
          <a:prstGeom prst="rect">
            <a:avLst/>
          </a:prstGeom>
          <a:solidFill>
            <a:srgbClr val="85A0CC"/>
          </a:solidFill>
          <a:ln cap="flat" cmpd="sng" w="9525">
            <a:solidFill>
              <a:srgbClr val="0C41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1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00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Sprint #2</a:t>
            </a:r>
            <a:endParaRPr b="1" i="0" sz="1000" u="none" cap="none" strike="noStrike">
              <a:solidFill>
                <a:srgbClr val="262626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descr="강-5단" id="103" name="Google Shape;103;p2"/>
          <p:cNvSpPr/>
          <p:nvPr/>
        </p:nvSpPr>
        <p:spPr>
          <a:xfrm>
            <a:off x="4513538" y="1131814"/>
            <a:ext cx="1008000" cy="156622"/>
          </a:xfrm>
          <a:prstGeom prst="rect">
            <a:avLst/>
          </a:prstGeom>
          <a:solidFill>
            <a:srgbClr val="85A0CC"/>
          </a:solidFill>
          <a:ln cap="flat" cmpd="sng" w="9525">
            <a:solidFill>
              <a:srgbClr val="0C41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1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00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Sprint #3</a:t>
            </a:r>
            <a:endParaRPr b="1" i="0" sz="1000" u="none" cap="none" strike="noStrike">
              <a:solidFill>
                <a:srgbClr val="262626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descr="강-5단" id="104" name="Google Shape;104;p2"/>
          <p:cNvSpPr/>
          <p:nvPr/>
        </p:nvSpPr>
        <p:spPr>
          <a:xfrm>
            <a:off x="5544108" y="1131590"/>
            <a:ext cx="959166" cy="156622"/>
          </a:xfrm>
          <a:prstGeom prst="rect">
            <a:avLst/>
          </a:prstGeom>
          <a:solidFill>
            <a:srgbClr val="85A0CC"/>
          </a:solidFill>
          <a:ln cap="flat" cmpd="sng" w="9525">
            <a:solidFill>
              <a:srgbClr val="0C41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1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00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Sprint #4</a:t>
            </a:r>
            <a:endParaRPr b="1" i="0" sz="1000" u="none" cap="none" strike="noStrike">
              <a:solidFill>
                <a:srgbClr val="262626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descr="강-5단" id="105" name="Google Shape;105;p2"/>
          <p:cNvSpPr/>
          <p:nvPr/>
        </p:nvSpPr>
        <p:spPr>
          <a:xfrm>
            <a:off x="6516216" y="1131590"/>
            <a:ext cx="959166" cy="156622"/>
          </a:xfrm>
          <a:prstGeom prst="rect">
            <a:avLst/>
          </a:prstGeom>
          <a:solidFill>
            <a:srgbClr val="85A0CC"/>
          </a:solidFill>
          <a:ln cap="flat" cmpd="sng" w="9525">
            <a:solidFill>
              <a:srgbClr val="0C41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1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00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Sprint #5</a:t>
            </a:r>
            <a:endParaRPr b="1" i="0" sz="1000" u="none" cap="none" strike="noStrike">
              <a:solidFill>
                <a:srgbClr val="262626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descr="강-3단" id="106" name="Google Shape;106;p2"/>
          <p:cNvSpPr/>
          <p:nvPr/>
        </p:nvSpPr>
        <p:spPr>
          <a:xfrm>
            <a:off x="3059832" y="1676731"/>
            <a:ext cx="1453706" cy="432048"/>
          </a:xfrm>
          <a:prstGeom prst="rect">
            <a:avLst/>
          </a:prstGeom>
          <a:solidFill>
            <a:srgbClr val="E0E7F2"/>
          </a:solidFill>
          <a:ln cap="flat" cmpd="sng" w="9525">
            <a:solidFill>
              <a:srgbClr val="0C41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36000" spcFirstLastPara="1" rIns="36000" wrap="square" tIns="36000">
            <a:noAutofit/>
          </a:bodyPr>
          <a:lstStyle/>
          <a:p>
            <a:pPr algn="ctr"/>
            <a:r>
              <a:rPr sz="750" b="1" lang="ko-KR">
                <a:solidFill>
                  <a:srgbClr val="1F4E79"/>
                </a:solidFill>
              </a:rPr>
              <a:t>[성과도출-2]</a:t>
            </a:r>
          </a:p>
          <a:p>
            <a:pPr algn="ctr"/>
            <a:r>
              <a:rPr sz="650" b="0" lang="ko-KR">
                <a:solidFill>
                  <a:srgbClr val="262626"/>
                </a:solidFill>
              </a:rPr>
              <a:t>ChromaDB &amp; 임베딩 검색 엔진</a:t>
            </a:r>
          </a:p>
        </p:txBody>
      </p:sp>
      <p:sp>
        <p:nvSpPr>
          <p:cNvPr descr="강-3단" id="107" name="Google Shape;107;p2"/>
          <p:cNvSpPr/>
          <p:nvPr/>
        </p:nvSpPr>
        <p:spPr>
          <a:xfrm>
            <a:off x="4538136" y="1678423"/>
            <a:ext cx="959166" cy="432048"/>
          </a:xfrm>
          <a:prstGeom prst="rect">
            <a:avLst/>
          </a:prstGeom>
          <a:solidFill>
            <a:srgbClr val="E0E7F2"/>
          </a:solidFill>
          <a:ln cap="flat" cmpd="sng" w="9525">
            <a:solidFill>
              <a:srgbClr val="0C41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36000" spcFirstLastPara="1" rIns="36000" wrap="square" tIns="36000">
            <a:noAutofit/>
          </a:bodyPr>
          <a:lstStyle/>
          <a:p>
            <a:pPr algn="ctr"/>
            <a:r>
              <a:rPr sz="750" b="1" lang="ko-KR">
                <a:solidFill>
                  <a:srgbClr val="1F4E79"/>
                </a:solidFill>
              </a:rPr>
              <a:t>[성과도출-3]</a:t>
            </a:r>
          </a:p>
          <a:p>
            <a:pPr algn="ctr"/>
            <a:r>
              <a:rPr sz="650" b="0" lang="ko-KR">
                <a:solidFill>
                  <a:srgbClr val="262626"/>
                </a:solidFill>
              </a:rPr>
              <a:t>FastAPI &amp; 모바일 웹 프로토타입</a:t>
            </a:r>
          </a:p>
        </p:txBody>
      </p:sp>
      <p:sp>
        <p:nvSpPr>
          <p:cNvPr descr="강-3단" id="108" name="Google Shape;108;p2"/>
          <p:cNvSpPr/>
          <p:nvPr/>
        </p:nvSpPr>
        <p:spPr>
          <a:xfrm>
            <a:off x="5521651" y="1687335"/>
            <a:ext cx="959166" cy="432048"/>
          </a:xfrm>
          <a:prstGeom prst="rect">
            <a:avLst/>
          </a:prstGeom>
          <a:solidFill>
            <a:srgbClr val="E0E7F2"/>
          </a:solidFill>
          <a:ln cap="flat" cmpd="sng" w="9525">
            <a:solidFill>
              <a:srgbClr val="0C41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36000" spcFirstLastPara="1" rIns="36000" wrap="square" tIns="36000">
            <a:noAutofit/>
          </a:bodyPr>
          <a:lstStyle/>
          <a:p>
            <a:pPr algn="ctr"/>
            <a:r>
              <a:rPr sz="750" b="1" lang="ko-KR">
                <a:solidFill>
                  <a:srgbClr val="1F4E79"/>
                </a:solidFill>
              </a:rPr>
              <a:t>[성과도출-4]</a:t>
            </a:r>
          </a:p>
          <a:p>
            <a:pPr algn="ctr"/>
            <a:r>
              <a:rPr sz="650" b="0" lang="ko-KR">
                <a:solidFill>
                  <a:srgbClr val="262626"/>
                </a:solidFill>
              </a:rPr>
              <a:t>OCR 추출 &amp; 상시안내·FAQ 통합</a:t>
            </a:r>
          </a:p>
        </p:txBody>
      </p:sp>
      <p:sp>
        <p:nvSpPr>
          <p:cNvPr descr="강-3단" id="109" name="Google Shape;109;p2"/>
          <p:cNvSpPr/>
          <p:nvPr/>
        </p:nvSpPr>
        <p:spPr>
          <a:xfrm>
            <a:off x="6502671" y="1689706"/>
            <a:ext cx="972712" cy="432048"/>
          </a:xfrm>
          <a:prstGeom prst="rect">
            <a:avLst/>
          </a:prstGeom>
          <a:solidFill>
            <a:srgbClr val="E0E7F2"/>
          </a:solidFill>
          <a:ln cap="flat" cmpd="sng" w="9525">
            <a:solidFill>
              <a:srgbClr val="0C41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36000" spcFirstLastPara="1" rIns="36000" wrap="square" tIns="36000">
            <a:noAutofit/>
          </a:bodyPr>
          <a:lstStyle/>
          <a:p>
            <a:pPr algn="ctr"/>
            <a:r>
              <a:rPr sz="750" b="1" lang="ko-KR">
                <a:solidFill>
                  <a:srgbClr val="1F4E79"/>
                </a:solidFill>
              </a:rPr>
              <a:t>[성과도출-5]</a:t>
            </a:r>
          </a:p>
          <a:p>
            <a:pPr algn="ctr"/>
            <a:r>
              <a:rPr sz="650" b="0" lang="ko-KR">
                <a:solidFill>
                  <a:srgbClr val="262626"/>
                </a:solidFill>
              </a:rPr>
              <a:t>Cloudtype 배포 &amp; UT 10명 검증</a:t>
            </a:r>
          </a:p>
        </p:txBody>
      </p:sp>
      <p:sp>
        <p:nvSpPr>
          <p:cNvPr descr="강-3단" id="110" name="Google Shape;110;p2"/>
          <p:cNvSpPr/>
          <p:nvPr/>
        </p:nvSpPr>
        <p:spPr>
          <a:xfrm>
            <a:off x="2066351" y="1671650"/>
            <a:ext cx="959166" cy="432048"/>
          </a:xfrm>
          <a:prstGeom prst="rect">
            <a:avLst/>
          </a:prstGeom>
          <a:solidFill>
            <a:srgbClr val="E0E7F2"/>
          </a:solidFill>
          <a:ln cap="flat" cmpd="sng" w="9525">
            <a:solidFill>
              <a:srgbClr val="0C41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" lIns="36000" spcFirstLastPara="1" rIns="36000" wrap="square" tIns="36000">
            <a:noAutofit/>
          </a:bodyPr>
          <a:lstStyle/>
          <a:p>
            <a:pPr algn="ctr"/>
            <a:r>
              <a:rPr sz="750" b="1" lang="ko-KR">
                <a:solidFill>
                  <a:srgbClr val="1F4E79"/>
                </a:solidFill>
              </a:rPr>
              <a:t>[성과도출-1]</a:t>
            </a:r>
          </a:p>
          <a:p>
            <a:pPr algn="ctr"/>
            <a:r>
              <a:rPr sz="650" b="0" lang="ko-KR">
                <a:solidFill>
                  <a:srgbClr val="262626"/>
                </a:solidFill>
              </a:rPr>
              <a:t>공지 크롤러 &amp; 전처리 MVP</a:t>
            </a:r>
          </a:p>
        </p:txBody>
      </p:sp>
      <p:sp>
        <p:nvSpPr>
          <p:cNvPr descr="강-5단" id="111" name="Google Shape;111;p2"/>
          <p:cNvSpPr/>
          <p:nvPr/>
        </p:nvSpPr>
        <p:spPr>
          <a:xfrm>
            <a:off x="7497236" y="1134224"/>
            <a:ext cx="959166" cy="156622"/>
          </a:xfrm>
          <a:prstGeom prst="rect">
            <a:avLst/>
          </a:prstGeom>
          <a:solidFill>
            <a:srgbClr val="85A0CC"/>
          </a:solidFill>
          <a:ln cap="flat" cmpd="sng" w="9525">
            <a:solidFill>
              <a:srgbClr val="0C41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1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Retrospective</a:t>
            </a:r>
            <a:endParaRPr b="1" i="0" sz="1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descr="강-5단" id="112" name="Google Shape;112;p2"/>
          <p:cNvSpPr/>
          <p:nvPr/>
        </p:nvSpPr>
        <p:spPr>
          <a:xfrm>
            <a:off x="1079612" y="1138363"/>
            <a:ext cx="959166" cy="156622"/>
          </a:xfrm>
          <a:prstGeom prst="rect">
            <a:avLst/>
          </a:prstGeom>
          <a:solidFill>
            <a:srgbClr val="85A0CC"/>
          </a:solidFill>
          <a:ln cap="flat" cmpd="sng" w="9525">
            <a:solidFill>
              <a:srgbClr val="0C41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1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Inception</a:t>
            </a:r>
            <a:endParaRPr b="1" i="0" sz="10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3" name="Google Shape;113;p2"/>
          <p:cNvSpPr txBox="1"/>
          <p:nvPr/>
        </p:nvSpPr>
        <p:spPr>
          <a:xfrm>
            <a:off x="7344307" y="1497147"/>
            <a:ext cx="1080121" cy="138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720"/>
              <a:buFont typeface="Malgun Gothic"/>
              <a:buNone/>
            </a:pPr>
            <a:r>
              <a:rPr b="1" i="0" lang="ko-KR" sz="900" u="none" cap="none" strike="noStrike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최종 발표</a:t>
            </a:r>
            <a:endParaRPr/>
          </a:p>
        </p:txBody>
      </p:sp>
      <p:sp>
        <p:nvSpPr>
          <p:cNvPr id="114" name="Google Shape;114;p2"/>
          <p:cNvSpPr/>
          <p:nvPr/>
        </p:nvSpPr>
        <p:spPr>
          <a:xfrm rot="2700000">
            <a:off x="7848175" y="1356202"/>
            <a:ext cx="54436" cy="72782"/>
          </a:xfrm>
          <a:prstGeom prst="rect">
            <a:avLst/>
          </a:prstGeom>
          <a:solidFill>
            <a:srgbClr val="C00000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tl" dir="2460000" dist="127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0"/>
              <a:buFont typeface="Malgun Gothic"/>
              <a:buNone/>
            </a:pPr>
            <a:r>
              <a:t/>
            </a:r>
            <a:endParaRPr b="0" i="0" sz="127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2"/>
          <p:cNvSpPr txBox="1"/>
          <p:nvPr/>
        </p:nvSpPr>
        <p:spPr>
          <a:xfrm>
            <a:off x="971600" y="1497147"/>
            <a:ext cx="904750" cy="138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720"/>
              <a:buFont typeface="Malgun Gothic"/>
              <a:buNone/>
            </a:pPr>
            <a:r>
              <a:rPr b="1" i="0" lang="ko-KR" sz="900" u="none" cap="none" strike="noStrike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오리엔테이션</a:t>
            </a:r>
            <a:endParaRPr/>
          </a:p>
        </p:txBody>
      </p:sp>
      <p:sp>
        <p:nvSpPr>
          <p:cNvPr id="116" name="Google Shape;116;p2"/>
          <p:cNvSpPr/>
          <p:nvPr/>
        </p:nvSpPr>
        <p:spPr>
          <a:xfrm rot="2700000">
            <a:off x="1280455" y="1356895"/>
            <a:ext cx="72000" cy="72782"/>
          </a:xfrm>
          <a:prstGeom prst="rect">
            <a:avLst/>
          </a:prstGeom>
          <a:solidFill>
            <a:srgbClr val="C00000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tl" dir="2460000" dist="127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0"/>
              <a:buFont typeface="Malgun Gothic"/>
              <a:buNone/>
            </a:pPr>
            <a:r>
              <a:t/>
            </a:r>
            <a:endParaRPr b="0" i="0" sz="127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2"/>
          <p:cNvSpPr txBox="1"/>
          <p:nvPr/>
        </p:nvSpPr>
        <p:spPr>
          <a:xfrm>
            <a:off x="4211959" y="1455626"/>
            <a:ext cx="1080121" cy="138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720"/>
              <a:buFont typeface="Malgun Gothic"/>
              <a:buNone/>
            </a:pPr>
            <a:r>
              <a:rPr b="1" i="0" lang="ko-KR" sz="900" u="none" cap="none" strike="noStrike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중간발표</a:t>
            </a:r>
            <a:endParaRPr b="1" i="0" sz="900" u="none" cap="none" strike="noStrike">
              <a:solidFill>
                <a:srgbClr val="C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8" name="Google Shape;118;p2"/>
          <p:cNvSpPr/>
          <p:nvPr/>
        </p:nvSpPr>
        <p:spPr>
          <a:xfrm rot="2700000">
            <a:off x="4697773" y="1338252"/>
            <a:ext cx="54436" cy="72782"/>
          </a:xfrm>
          <a:prstGeom prst="rect">
            <a:avLst/>
          </a:prstGeom>
          <a:solidFill>
            <a:srgbClr val="C00000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tl" dir="2460000" dist="127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0"/>
              <a:buFont typeface="Malgun Gothic"/>
              <a:buNone/>
            </a:pPr>
            <a:r>
              <a:t/>
            </a:r>
            <a:endParaRPr b="0" i="0" sz="127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2"/>
          <p:cNvSpPr txBox="1"/>
          <p:nvPr/>
        </p:nvSpPr>
        <p:spPr>
          <a:xfrm>
            <a:off x="1606714" y="1497147"/>
            <a:ext cx="589022" cy="138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720"/>
              <a:buFont typeface="Malgun Gothic"/>
              <a:buNone/>
            </a:pPr>
            <a:r>
              <a:rPr b="1" i="0" lang="ko-KR" sz="900" u="none" cap="none" strike="noStrike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착수</a:t>
            </a:r>
            <a:endParaRPr/>
          </a:p>
        </p:txBody>
      </p:sp>
      <p:sp>
        <p:nvSpPr>
          <p:cNvPr id="120" name="Google Shape;120;p2"/>
          <p:cNvSpPr/>
          <p:nvPr/>
        </p:nvSpPr>
        <p:spPr>
          <a:xfrm rot="2700000">
            <a:off x="1871511" y="1356202"/>
            <a:ext cx="54436" cy="72782"/>
          </a:xfrm>
          <a:prstGeom prst="rect">
            <a:avLst/>
          </a:prstGeom>
          <a:solidFill>
            <a:srgbClr val="C00000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tl" dir="2460000" dist="127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0"/>
              <a:buFont typeface="Malgun Gothic"/>
              <a:buNone/>
            </a:pPr>
            <a:r>
              <a:t/>
            </a:r>
            <a:endParaRPr b="0" i="0" sz="127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2"/>
          <p:cNvSpPr txBox="1"/>
          <p:nvPr/>
        </p:nvSpPr>
        <p:spPr>
          <a:xfrm>
            <a:off x="1966754" y="1499286"/>
            <a:ext cx="589022" cy="138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720"/>
              <a:buFont typeface="Malgun Gothic"/>
              <a:buNone/>
            </a:pPr>
            <a:r>
              <a:rPr b="1" i="0" lang="ko-KR" sz="900" u="none" cap="none" strike="noStrike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계획</a:t>
            </a:r>
            <a:endParaRPr/>
          </a:p>
        </p:txBody>
      </p:sp>
      <p:sp>
        <p:nvSpPr>
          <p:cNvPr id="122" name="Google Shape;122;p2"/>
          <p:cNvSpPr/>
          <p:nvPr/>
        </p:nvSpPr>
        <p:spPr>
          <a:xfrm rot="2700000">
            <a:off x="2231551" y="1358341"/>
            <a:ext cx="54436" cy="72782"/>
          </a:xfrm>
          <a:prstGeom prst="rect">
            <a:avLst/>
          </a:prstGeom>
          <a:solidFill>
            <a:srgbClr val="C00000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tl" dir="2460000" dist="127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0"/>
              <a:buFont typeface="Malgun Gothic"/>
              <a:buNone/>
            </a:pPr>
            <a:r>
              <a:t/>
            </a:r>
            <a:endParaRPr b="0" i="0" sz="127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2"/>
          <p:cNvSpPr txBox="1"/>
          <p:nvPr/>
        </p:nvSpPr>
        <p:spPr>
          <a:xfrm>
            <a:off x="7996409" y="1497147"/>
            <a:ext cx="680047" cy="138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720"/>
              <a:buFont typeface="Malgun Gothic"/>
              <a:buNone/>
            </a:pPr>
            <a:r>
              <a:rPr b="1" i="0" lang="ko-KR" sz="900" u="none" cap="none" strike="noStrike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종료</a:t>
            </a:r>
            <a:endParaRPr/>
          </a:p>
        </p:txBody>
      </p:sp>
      <p:sp>
        <p:nvSpPr>
          <p:cNvPr id="124" name="Google Shape;124;p2"/>
          <p:cNvSpPr/>
          <p:nvPr/>
        </p:nvSpPr>
        <p:spPr>
          <a:xfrm rot="2700000">
            <a:off x="8280223" y="1356202"/>
            <a:ext cx="54436" cy="72782"/>
          </a:xfrm>
          <a:prstGeom prst="rect">
            <a:avLst/>
          </a:prstGeom>
          <a:solidFill>
            <a:srgbClr val="C00000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tl" dir="2460000" dist="127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0"/>
              <a:buFont typeface="Malgun Gothic"/>
              <a:buNone/>
            </a:pPr>
            <a:r>
              <a:t/>
            </a:r>
            <a:endParaRPr b="0" i="0" sz="127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28;p2_added"/>
          <p:cNvSpPr/>
          <p:nvPr/>
        </p:nvSpPr>
        <p:spPr>
          <a:xfrm>
            <a:off x="1925760" y="2374199"/>
            <a:ext cx="235483" cy="432047"/>
          </a:xfrm>
          <a:prstGeom prst="homePlate">
            <a:avLst>
              <a:gd fmla="val 19785" name="adj"/>
            </a:avLst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640"/>
              <a:buFont typeface="Malgun Gothic"/>
              <a:buNone/>
            </a:pPr>
            <a:r>
              <a:rPr b="1" i="0" lang="ko-KR" sz="80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착</a:t>
            </a:r>
            <a:endParaRPr b="1" i="0" sz="800" u="none" cap="none" strike="noStrike">
              <a:solidFill>
                <a:srgbClr val="262626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640"/>
              <a:buFont typeface="Malgun Gothic"/>
              <a:buNone/>
            </a:pPr>
            <a:r>
              <a:rPr b="1" i="0" lang="ko-KR" sz="80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수</a:t>
            </a:r>
            <a:endParaRPr/>
          </a:p>
        </p:txBody>
      </p:sp>
      <p:sp>
        <p:nvSpPr>
          <p:cNvPr id="529" name="Google Shape;29;p2_added"/>
          <p:cNvSpPr/>
          <p:nvPr/>
        </p:nvSpPr>
        <p:spPr>
          <a:xfrm>
            <a:off x="1559195" y="2374199"/>
            <a:ext cx="397470" cy="2016224"/>
          </a:xfrm>
          <a:prstGeom prst="homePlate">
            <a:avLst>
              <a:gd fmla="val 19785" name="adj"/>
            </a:avLst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640"/>
              <a:buFont typeface="Malgun Gothic"/>
              <a:buNone/>
            </a:pPr>
            <a:r>
              <a:rPr b="1" i="0" lang="ko-KR" sz="80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요</a:t>
            </a:r>
            <a:endParaRPr b="1" i="0" sz="800" u="none" cap="none" strike="noStrike">
              <a:solidFill>
                <a:srgbClr val="262626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640"/>
              <a:buFont typeface="Malgun Gothic"/>
              <a:buNone/>
            </a:pPr>
            <a:r>
              <a:rPr b="1" i="0" lang="ko-KR" sz="80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</a:t>
            </a:r>
            <a:endParaRPr b="1" i="0" sz="800" u="none" cap="none" strike="noStrike">
              <a:solidFill>
                <a:srgbClr val="262626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640"/>
              <a:buFont typeface="Malgun Gothic"/>
              <a:buNone/>
            </a:pPr>
            <a:r>
              <a:rPr b="1" i="0" lang="ko-KR" sz="80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</a:t>
            </a:r>
            <a:endParaRPr b="1" i="0" sz="800" u="none" cap="none" strike="noStrike">
              <a:solidFill>
                <a:srgbClr val="262626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640"/>
              <a:buFont typeface="Malgun Gothic"/>
              <a:buNone/>
            </a:pPr>
            <a:r>
              <a:rPr b="1" i="0" lang="ko-KR" sz="80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의</a:t>
            </a:r>
            <a:endParaRPr/>
          </a:p>
        </p:txBody>
      </p:sp>
      <p:sp>
        <p:nvSpPr>
          <p:cNvPr id="530" name="Google Shape;30;p2_added"/>
          <p:cNvSpPr/>
          <p:nvPr/>
        </p:nvSpPr>
        <p:spPr>
          <a:xfrm>
            <a:off x="6486685" y="2319722"/>
            <a:ext cx="1001639" cy="430263"/>
          </a:xfrm>
          <a:prstGeom prst="homePlate">
            <a:avLst>
              <a:gd fmla="val 19785" name="adj"/>
            </a:avLst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640"/>
              <a:buFont typeface="Malgun Gothic"/>
              <a:buNone/>
            </a:pPr>
            <a:r>
              <a:rPr b="0" i="0" lang="ko-KR" sz="80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통합 테스트</a:t>
            </a:r>
            <a:endParaRPr/>
          </a:p>
        </p:txBody>
      </p:sp>
      <p:sp>
        <p:nvSpPr>
          <p:cNvPr id="531" name="Google Shape;31;p2_added"/>
          <p:cNvSpPr/>
          <p:nvPr/>
        </p:nvSpPr>
        <p:spPr>
          <a:xfrm>
            <a:off x="7475382" y="2175707"/>
            <a:ext cx="936104" cy="2222020"/>
          </a:xfrm>
          <a:prstGeom prst="homePlate">
            <a:avLst>
              <a:gd fmla="val 19785" name="adj"/>
            </a:avLst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640"/>
              <a:buFont typeface="Malgun Gothic"/>
              <a:buNone/>
            </a:pPr>
            <a:r>
              <a:rPr b="1" i="0" lang="ko-KR" sz="80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유지보수</a:t>
            </a:r>
            <a:endParaRPr/>
          </a:p>
        </p:txBody>
      </p:sp>
      <p:grpSp>
        <p:nvGrpSpPr>
          <p:cNvPr id="550" name="Google Shape;50;p2_added"/>
          <p:cNvGrpSpPr/>
          <p:nvPr/>
        </p:nvGrpSpPr>
        <p:grpSpPr>
          <a:xfrm>
            <a:off x="2161244" y="2387030"/>
            <a:ext cx="862584" cy="2012507"/>
            <a:chOff x="2161244" y="2332553"/>
            <a:chExt cx="862584" cy="2012507"/>
          </a:xfrm>
        </p:grpSpPr>
        <p:sp>
          <p:nvSpPr>
            <p:cNvPr id="551" name="Google Shape;51;p2_added"/>
            <p:cNvSpPr/>
            <p:nvPr/>
          </p:nvSpPr>
          <p:spPr>
            <a:xfrm>
              <a:off x="2161244" y="2332553"/>
              <a:ext cx="288032" cy="2003393"/>
            </a:xfrm>
            <a:prstGeom prst="homePlate">
              <a:avLst>
                <a:gd fmla="val 19785" name="adj"/>
              </a:avLst>
            </a:prstGeom>
            <a:solidFill>
              <a:srgbClr val="F2F2F2"/>
            </a:solidFill>
            <a:ln cap="flat" cmpd="sng" w="9525">
              <a:solidFill>
                <a:srgbClr val="BFBFB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95959"/>
                </a:buClr>
                <a:buSzPts val="640"/>
                <a:buFont typeface="Malgun Gothic"/>
                <a:buNone/>
              </a:pPr>
              <a:r>
                <a:rPr b="1" i="0" lang="ko-KR" sz="800" u="none" cap="none" strike="noStrike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분</a:t>
              </a:r>
              <a:endParaRPr b="1" i="0" sz="80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95959"/>
                </a:buClr>
                <a:buSzPts val="640"/>
                <a:buFont typeface="Malgun Gothic"/>
                <a:buNone/>
              </a:pPr>
              <a:r>
                <a:rPr b="1" i="0" lang="ko-KR" sz="800" u="none" cap="none" strike="noStrike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석</a:t>
              </a:r>
              <a:endParaRPr b="1" i="0" sz="80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95959"/>
                </a:buClr>
                <a:buSzPts val="640"/>
                <a:buFont typeface="Malgun Gothic"/>
                <a:buNone/>
              </a:pPr>
              <a:r>
                <a:rPr b="1" i="0" lang="ko-KR" sz="800" u="none" cap="none" strike="noStrike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및</a:t>
              </a:r>
              <a:endParaRPr b="1" i="0" sz="80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95959"/>
                </a:buClr>
                <a:buSzPts val="640"/>
                <a:buFont typeface="Malgun Gothic"/>
                <a:buNone/>
              </a:pPr>
              <a:r>
                <a:rPr b="1" i="0" lang="ko-KR" sz="800" u="none" cap="none" strike="noStrike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설</a:t>
              </a:r>
              <a:endParaRPr b="1" i="0" sz="80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95959"/>
                </a:buClr>
                <a:buSzPts val="640"/>
                <a:buFont typeface="Malgun Gothic"/>
                <a:buNone/>
              </a:pPr>
              <a:r>
                <a:rPr b="1" i="0" lang="ko-KR" sz="800" u="none" cap="none" strike="noStrike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계</a:t>
              </a:r>
              <a:endParaRPr/>
            </a:p>
          </p:txBody>
        </p:sp>
        <p:sp>
          <p:nvSpPr>
            <p:cNvPr id="552" name="Google Shape;52;p2_added"/>
            <p:cNvSpPr/>
            <p:nvPr/>
          </p:nvSpPr>
          <p:spPr>
            <a:xfrm>
              <a:off x="2447764" y="2332553"/>
              <a:ext cx="288032" cy="2003393"/>
            </a:xfrm>
            <a:prstGeom prst="homePlate">
              <a:avLst>
                <a:gd fmla="val 19785" name="adj"/>
              </a:avLst>
            </a:prstGeom>
            <a:solidFill>
              <a:srgbClr val="F2F2F2"/>
            </a:solidFill>
            <a:ln cap="flat" cmpd="sng" w="9525">
              <a:solidFill>
                <a:srgbClr val="BFBFB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95959"/>
                </a:buClr>
                <a:buSzPts val="640"/>
                <a:buFont typeface="Malgun Gothic"/>
                <a:buNone/>
              </a:pPr>
              <a:r>
                <a:rPr b="1" i="0" lang="ko-KR" sz="800" u="none" cap="none" strike="noStrike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구</a:t>
              </a:r>
              <a:endParaRPr b="1" i="0" sz="80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95959"/>
                </a:buClr>
                <a:buSzPts val="640"/>
                <a:buFont typeface="Malgun Gothic"/>
                <a:buNone/>
              </a:pPr>
              <a:r>
                <a:rPr b="1" i="0" lang="ko-KR" sz="800" u="none" cap="none" strike="noStrike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현</a:t>
              </a:r>
              <a:endParaRPr/>
            </a:p>
          </p:txBody>
        </p:sp>
        <p:sp>
          <p:nvSpPr>
            <p:cNvPr id="553" name="Google Shape;53;p2_added"/>
            <p:cNvSpPr/>
            <p:nvPr/>
          </p:nvSpPr>
          <p:spPr>
            <a:xfrm>
              <a:off x="2735796" y="2341667"/>
              <a:ext cx="288032" cy="2003393"/>
            </a:xfrm>
            <a:prstGeom prst="homePlate">
              <a:avLst>
                <a:gd fmla="val 19785" name="adj"/>
              </a:avLst>
            </a:prstGeom>
            <a:solidFill>
              <a:srgbClr val="F2F2F2"/>
            </a:solidFill>
            <a:ln cap="flat" cmpd="sng" w="9525">
              <a:solidFill>
                <a:srgbClr val="BFBFB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95959"/>
                </a:buClr>
                <a:buSzPts val="640"/>
                <a:buFont typeface="Malgun Gothic"/>
                <a:buNone/>
              </a:pPr>
              <a:r>
                <a:rPr b="1" i="0" lang="ko-KR" sz="800" u="none" cap="none" strike="noStrike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단</a:t>
              </a:r>
              <a:endParaRPr b="1" i="0" sz="80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95959"/>
                </a:buClr>
                <a:buSzPts val="640"/>
                <a:buFont typeface="Malgun Gothic"/>
                <a:buNone/>
              </a:pPr>
              <a:r>
                <a:rPr b="1" i="0" lang="ko-KR" sz="800" u="none" cap="none" strike="noStrike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위</a:t>
              </a:r>
              <a:endParaRPr b="1" i="0" sz="80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95959"/>
                </a:buClr>
                <a:buSzPts val="640"/>
                <a:buFont typeface="Malgun Gothic"/>
                <a:buNone/>
              </a:pPr>
              <a:r>
                <a:rPr b="1" i="0" lang="ko-KR" sz="800" u="none" cap="none" strike="noStrike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테</a:t>
              </a:r>
              <a:endParaRPr b="1" i="0" sz="80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95959"/>
                </a:buClr>
                <a:buSzPts val="640"/>
                <a:buFont typeface="Malgun Gothic"/>
                <a:buNone/>
              </a:pPr>
              <a:r>
                <a:rPr b="1" i="0" lang="ko-KR" sz="800" u="none" cap="none" strike="noStrike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스</a:t>
              </a:r>
              <a:endParaRPr b="1" i="0" sz="80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95959"/>
                </a:buClr>
                <a:buSzPts val="640"/>
                <a:buFont typeface="Malgun Gothic"/>
                <a:buNone/>
              </a:pPr>
              <a:r>
                <a:rPr b="1" i="0" lang="ko-KR" sz="800" u="none" cap="none" strike="noStrike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트</a:t>
              </a:r>
              <a:endParaRPr b="1" i="0" sz="800" u="none" cap="none" strike="noStrik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554" name="Google Shape;54;p2_added"/>
          <p:cNvSpPr/>
          <p:nvPr/>
        </p:nvSpPr>
        <p:spPr>
          <a:xfrm>
            <a:off x="1925759" y="2315719"/>
            <a:ext cx="1098069" cy="2083818"/>
          </a:xfrm>
          <a:prstGeom prst="rect">
            <a:avLst/>
          </a:prstGeom>
          <a:noFill/>
          <a:ln cap="flat" cmpd="sng" w="254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12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555" name="Google Shape;55;p2_added"/>
          <p:cNvGrpSpPr/>
          <p:nvPr/>
        </p:nvGrpSpPr>
        <p:grpSpPr>
          <a:xfrm>
            <a:off x="3059832" y="2324136"/>
            <a:ext cx="1440160" cy="2083818"/>
            <a:chOff x="3059832" y="2255029"/>
            <a:chExt cx="972108" cy="2083818"/>
          </a:xfrm>
        </p:grpSpPr>
        <p:grpSp>
          <p:nvGrpSpPr>
            <p:cNvPr id="556" name="Google Shape;56;p2_added"/>
            <p:cNvGrpSpPr/>
            <p:nvPr/>
          </p:nvGrpSpPr>
          <p:grpSpPr>
            <a:xfrm>
              <a:off x="3059832" y="2314080"/>
              <a:ext cx="972107" cy="2024767"/>
              <a:chOff x="2051720" y="2320293"/>
              <a:chExt cx="972107" cy="2024767"/>
            </a:xfrm>
          </p:grpSpPr>
          <p:sp>
            <p:nvSpPr>
              <p:cNvPr id="557" name="Google Shape;57;p2_added"/>
              <p:cNvSpPr/>
              <p:nvPr/>
            </p:nvSpPr>
            <p:spPr>
              <a:xfrm>
                <a:off x="2051720" y="2320293"/>
                <a:ext cx="223128" cy="2003393"/>
              </a:xfrm>
              <a:prstGeom prst="homePlate">
                <a:avLst>
                  <a:gd fmla="val 19785" name="adj"/>
                </a:avLst>
              </a:prstGeom>
              <a:solidFill>
                <a:srgbClr val="F2F2F2"/>
              </a:solidFill>
              <a:ln cap="flat" cmpd="sng" w="9525">
                <a:solidFill>
                  <a:srgbClr val="BFBFBF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95959"/>
                  </a:buClr>
                  <a:buSzPts val="640"/>
                  <a:buFont typeface="Malgun Gothic"/>
                  <a:buNone/>
                </a:pPr>
                <a:r>
                  <a:rPr b="1" i="0" lang="ko-KR" sz="800" u="none" cap="none" strike="noStrike">
                    <a:solidFill>
                      <a:srgbClr val="262626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분</a:t>
                </a:r>
                <a:endParaRPr b="1" i="0" sz="800" u="none" cap="none" strike="noStrike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95959"/>
                  </a:buClr>
                  <a:buSzPts val="640"/>
                  <a:buFont typeface="Malgun Gothic"/>
                  <a:buNone/>
                </a:pPr>
                <a:r>
                  <a:rPr b="1" i="0" lang="ko-KR" sz="800" u="none" cap="none" strike="noStrike">
                    <a:solidFill>
                      <a:srgbClr val="262626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석</a:t>
                </a:r>
                <a:endParaRPr b="1" i="0" sz="800" u="none" cap="none" strike="noStrike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95959"/>
                  </a:buClr>
                  <a:buSzPts val="640"/>
                  <a:buFont typeface="Malgun Gothic"/>
                  <a:buNone/>
                </a:pPr>
                <a:r>
                  <a:rPr b="1" i="0" lang="ko-KR" sz="800" u="none" cap="none" strike="noStrike">
                    <a:solidFill>
                      <a:srgbClr val="262626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및</a:t>
                </a:r>
                <a:endParaRPr b="1" i="0" sz="800" u="none" cap="none" strike="noStrike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95959"/>
                  </a:buClr>
                  <a:buSzPts val="640"/>
                  <a:buFont typeface="Malgun Gothic"/>
                  <a:buNone/>
                </a:pPr>
                <a:r>
                  <a:rPr b="1" i="0" lang="ko-KR" sz="800" u="none" cap="none" strike="noStrike">
                    <a:solidFill>
                      <a:srgbClr val="262626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설</a:t>
                </a:r>
                <a:endParaRPr b="1" i="0" sz="800" u="none" cap="none" strike="noStrike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95959"/>
                  </a:buClr>
                  <a:buSzPts val="640"/>
                  <a:buFont typeface="Malgun Gothic"/>
                  <a:buNone/>
                </a:pPr>
                <a:r>
                  <a:rPr b="1" i="0" lang="ko-KR" sz="800" u="none" cap="none" strike="noStrike">
                    <a:solidFill>
                      <a:srgbClr val="262626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계</a:t>
                </a:r>
                <a:endParaRPr/>
              </a:p>
            </p:txBody>
          </p:sp>
          <p:sp>
            <p:nvSpPr>
              <p:cNvPr id="558" name="Google Shape;58;p2_added"/>
              <p:cNvSpPr/>
              <p:nvPr/>
            </p:nvSpPr>
            <p:spPr>
              <a:xfrm>
                <a:off x="2299151" y="2332553"/>
                <a:ext cx="478301" cy="2003393"/>
              </a:xfrm>
              <a:prstGeom prst="homePlate">
                <a:avLst>
                  <a:gd fmla="val 19785" name="adj"/>
                </a:avLst>
              </a:prstGeom>
              <a:solidFill>
                <a:srgbClr val="F2F2F2"/>
              </a:solidFill>
              <a:ln cap="flat" cmpd="sng" w="9525">
                <a:solidFill>
                  <a:srgbClr val="BFBFBF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95959"/>
                  </a:buClr>
                  <a:buSzPts val="640"/>
                  <a:buFont typeface="Malgun Gothic"/>
                  <a:buNone/>
                </a:pPr>
                <a:r>
                  <a:rPr b="1" i="0" lang="ko-KR" sz="800" u="none" cap="none" strike="noStrike">
                    <a:solidFill>
                      <a:srgbClr val="262626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구</a:t>
                </a:r>
                <a:endParaRPr b="1" i="0" sz="800" u="none" cap="none" strike="noStrike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95959"/>
                  </a:buClr>
                  <a:buSzPts val="640"/>
                  <a:buFont typeface="Malgun Gothic"/>
                  <a:buNone/>
                </a:pPr>
                <a:r>
                  <a:rPr b="1" i="0" lang="ko-KR" sz="800" u="none" cap="none" strike="noStrike">
                    <a:solidFill>
                      <a:srgbClr val="262626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현</a:t>
                </a:r>
                <a:endParaRPr/>
              </a:p>
            </p:txBody>
          </p:sp>
          <p:sp>
            <p:nvSpPr>
              <p:cNvPr id="559" name="Google Shape;59;p2_added"/>
              <p:cNvSpPr/>
              <p:nvPr/>
            </p:nvSpPr>
            <p:spPr>
              <a:xfrm>
                <a:off x="2777453" y="2341667"/>
                <a:ext cx="246374" cy="2003393"/>
              </a:xfrm>
              <a:prstGeom prst="homePlate">
                <a:avLst>
                  <a:gd fmla="val 19785" name="adj"/>
                </a:avLst>
              </a:prstGeom>
              <a:solidFill>
                <a:srgbClr val="F2F2F2"/>
              </a:solidFill>
              <a:ln cap="flat" cmpd="sng" w="9525">
                <a:solidFill>
                  <a:srgbClr val="BFBFBF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95959"/>
                  </a:buClr>
                  <a:buSzPts val="640"/>
                  <a:buFont typeface="Malgun Gothic"/>
                  <a:buNone/>
                </a:pPr>
                <a:r>
                  <a:rPr b="1" i="0" lang="ko-KR" sz="800" u="none" cap="none" strike="noStrike">
                    <a:solidFill>
                      <a:srgbClr val="262626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단</a:t>
                </a:r>
                <a:endParaRPr b="1" i="0" sz="800" u="none" cap="none" strike="noStrike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95959"/>
                  </a:buClr>
                  <a:buSzPts val="640"/>
                  <a:buFont typeface="Malgun Gothic"/>
                  <a:buNone/>
                </a:pPr>
                <a:r>
                  <a:rPr b="1" i="0" lang="ko-KR" sz="800" u="none" cap="none" strike="noStrike">
                    <a:solidFill>
                      <a:srgbClr val="262626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위</a:t>
                </a:r>
                <a:endParaRPr b="1" i="0" sz="800" u="none" cap="none" strike="noStrike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95959"/>
                  </a:buClr>
                  <a:buSzPts val="640"/>
                  <a:buFont typeface="Malgun Gothic"/>
                  <a:buNone/>
                </a:pPr>
                <a:r>
                  <a:rPr b="1" i="0" lang="ko-KR" sz="800" u="none" cap="none" strike="noStrike">
                    <a:solidFill>
                      <a:srgbClr val="262626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테</a:t>
                </a:r>
                <a:endParaRPr b="1" i="0" sz="800" u="none" cap="none" strike="noStrike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95959"/>
                  </a:buClr>
                  <a:buSzPts val="640"/>
                  <a:buFont typeface="Malgun Gothic"/>
                  <a:buNone/>
                </a:pPr>
                <a:r>
                  <a:rPr b="1" i="0" lang="ko-KR" sz="800" u="none" cap="none" strike="noStrike">
                    <a:solidFill>
                      <a:srgbClr val="262626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스</a:t>
                </a:r>
                <a:endParaRPr b="1" i="0" sz="800" u="none" cap="none" strike="noStrike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95959"/>
                  </a:buClr>
                  <a:buSzPts val="640"/>
                  <a:buFont typeface="Malgun Gothic"/>
                  <a:buNone/>
                </a:pPr>
                <a:r>
                  <a:rPr b="1" i="0" lang="ko-KR" sz="800" u="none" cap="none" strike="noStrike">
                    <a:solidFill>
                      <a:srgbClr val="262626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트</a:t>
                </a:r>
                <a:endParaRPr b="1" i="0" sz="800" u="none" cap="none" strike="noStrike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560" name="Google Shape;60;p2_added"/>
            <p:cNvSpPr/>
            <p:nvPr/>
          </p:nvSpPr>
          <p:spPr>
            <a:xfrm>
              <a:off x="3059832" y="2255029"/>
              <a:ext cx="972108" cy="2083818"/>
            </a:xfrm>
            <a:prstGeom prst="rect">
              <a:avLst/>
            </a:prstGeom>
            <a:noFill/>
            <a:ln cap="flat" cmpd="sng" w="254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112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561" name="Google Shape;61;p2_added"/>
          <p:cNvGrpSpPr/>
          <p:nvPr/>
        </p:nvGrpSpPr>
        <p:grpSpPr>
          <a:xfrm>
            <a:off x="4528681" y="2319722"/>
            <a:ext cx="985542" cy="2083818"/>
            <a:chOff x="3059832" y="2255029"/>
            <a:chExt cx="972108" cy="2083818"/>
          </a:xfrm>
        </p:grpSpPr>
        <p:grpSp>
          <p:nvGrpSpPr>
            <p:cNvPr id="562" name="Google Shape;62;p2_added"/>
            <p:cNvGrpSpPr/>
            <p:nvPr/>
          </p:nvGrpSpPr>
          <p:grpSpPr>
            <a:xfrm>
              <a:off x="3059832" y="2314080"/>
              <a:ext cx="958858" cy="2024767"/>
              <a:chOff x="2051720" y="2320293"/>
              <a:chExt cx="958858" cy="2024767"/>
            </a:xfrm>
          </p:grpSpPr>
          <p:sp>
            <p:nvSpPr>
              <p:cNvPr id="563" name="Google Shape;63;p2_added"/>
              <p:cNvSpPr/>
              <p:nvPr/>
            </p:nvSpPr>
            <p:spPr>
              <a:xfrm>
                <a:off x="2051720" y="2320293"/>
                <a:ext cx="223128" cy="2003393"/>
              </a:xfrm>
              <a:prstGeom prst="homePlate">
                <a:avLst>
                  <a:gd fmla="val 19785" name="adj"/>
                </a:avLst>
              </a:prstGeom>
              <a:solidFill>
                <a:srgbClr val="F2F2F2"/>
              </a:solidFill>
              <a:ln cap="flat" cmpd="sng" w="9525">
                <a:solidFill>
                  <a:srgbClr val="BFBFBF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95959"/>
                  </a:buClr>
                  <a:buSzPts val="640"/>
                  <a:buFont typeface="Malgun Gothic"/>
                  <a:buNone/>
                </a:pPr>
                <a:r>
                  <a:rPr b="1" i="0" lang="ko-KR" sz="800" u="none" cap="none" strike="noStrike">
                    <a:solidFill>
                      <a:srgbClr val="262626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분</a:t>
                </a:r>
                <a:endParaRPr b="1" i="0" sz="800" u="none" cap="none" strike="noStrike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95959"/>
                  </a:buClr>
                  <a:buSzPts val="640"/>
                  <a:buFont typeface="Malgun Gothic"/>
                  <a:buNone/>
                </a:pPr>
                <a:r>
                  <a:rPr b="1" i="0" lang="ko-KR" sz="800" u="none" cap="none" strike="noStrike">
                    <a:solidFill>
                      <a:srgbClr val="262626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석</a:t>
                </a:r>
                <a:endParaRPr b="1" i="0" sz="800" u="none" cap="none" strike="noStrike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95959"/>
                  </a:buClr>
                  <a:buSzPts val="640"/>
                  <a:buFont typeface="Malgun Gothic"/>
                  <a:buNone/>
                </a:pPr>
                <a:r>
                  <a:rPr b="1" i="0" lang="ko-KR" sz="800" u="none" cap="none" strike="noStrike">
                    <a:solidFill>
                      <a:srgbClr val="262626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및</a:t>
                </a:r>
                <a:endParaRPr b="1" i="0" sz="800" u="none" cap="none" strike="noStrike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95959"/>
                  </a:buClr>
                  <a:buSzPts val="640"/>
                  <a:buFont typeface="Malgun Gothic"/>
                  <a:buNone/>
                </a:pPr>
                <a:r>
                  <a:rPr b="1" i="0" lang="ko-KR" sz="800" u="none" cap="none" strike="noStrike">
                    <a:solidFill>
                      <a:srgbClr val="262626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설</a:t>
                </a:r>
                <a:endParaRPr b="1" i="0" sz="800" u="none" cap="none" strike="noStrike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95959"/>
                  </a:buClr>
                  <a:buSzPts val="640"/>
                  <a:buFont typeface="Malgun Gothic"/>
                  <a:buNone/>
                </a:pPr>
                <a:r>
                  <a:rPr b="1" i="0" lang="ko-KR" sz="800" u="none" cap="none" strike="noStrike">
                    <a:solidFill>
                      <a:srgbClr val="262626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계</a:t>
                </a:r>
                <a:endParaRPr/>
              </a:p>
            </p:txBody>
          </p:sp>
          <p:sp>
            <p:nvSpPr>
              <p:cNvPr id="564" name="Google Shape;64;p2_added"/>
              <p:cNvSpPr/>
              <p:nvPr/>
            </p:nvSpPr>
            <p:spPr>
              <a:xfrm>
                <a:off x="2292090" y="2332553"/>
                <a:ext cx="481491" cy="2003393"/>
              </a:xfrm>
              <a:prstGeom prst="homePlate">
                <a:avLst>
                  <a:gd fmla="val 19785" name="adj"/>
                </a:avLst>
              </a:prstGeom>
              <a:solidFill>
                <a:srgbClr val="F2F2F2"/>
              </a:solidFill>
              <a:ln cap="flat" cmpd="sng" w="9525">
                <a:solidFill>
                  <a:srgbClr val="BFBFBF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95959"/>
                  </a:buClr>
                  <a:buSzPts val="640"/>
                  <a:buFont typeface="Malgun Gothic"/>
                  <a:buNone/>
                </a:pPr>
                <a:r>
                  <a:rPr b="1" i="0" lang="ko-KR" sz="800" u="none" cap="none" strike="noStrike">
                    <a:solidFill>
                      <a:srgbClr val="262626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구</a:t>
                </a:r>
                <a:endParaRPr b="1" i="0" sz="800" u="none" cap="none" strike="noStrike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95959"/>
                  </a:buClr>
                  <a:buSzPts val="640"/>
                  <a:buFont typeface="Malgun Gothic"/>
                  <a:buNone/>
                </a:pPr>
                <a:r>
                  <a:rPr b="1" i="0" lang="ko-KR" sz="800" u="none" cap="none" strike="noStrike">
                    <a:solidFill>
                      <a:srgbClr val="262626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현</a:t>
                </a:r>
                <a:endParaRPr/>
              </a:p>
            </p:txBody>
          </p:sp>
          <p:sp>
            <p:nvSpPr>
              <p:cNvPr id="565" name="Google Shape;65;p2_added"/>
              <p:cNvSpPr/>
              <p:nvPr/>
            </p:nvSpPr>
            <p:spPr>
              <a:xfrm>
                <a:off x="2787450" y="2341667"/>
                <a:ext cx="223128" cy="2003393"/>
              </a:xfrm>
              <a:prstGeom prst="homePlate">
                <a:avLst>
                  <a:gd fmla="val 19785" name="adj"/>
                </a:avLst>
              </a:prstGeom>
              <a:solidFill>
                <a:srgbClr val="F2F2F2"/>
              </a:solidFill>
              <a:ln cap="flat" cmpd="sng" w="9525">
                <a:solidFill>
                  <a:srgbClr val="BFBFBF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95959"/>
                  </a:buClr>
                  <a:buSzPts val="640"/>
                  <a:buFont typeface="Malgun Gothic"/>
                  <a:buNone/>
                </a:pPr>
                <a:r>
                  <a:rPr b="1" i="0" lang="ko-KR" sz="800" u="none" cap="none" strike="noStrike">
                    <a:solidFill>
                      <a:srgbClr val="262626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단</a:t>
                </a:r>
                <a:endParaRPr b="1" i="0" sz="800" u="none" cap="none" strike="noStrike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95959"/>
                  </a:buClr>
                  <a:buSzPts val="640"/>
                  <a:buFont typeface="Malgun Gothic"/>
                  <a:buNone/>
                </a:pPr>
                <a:r>
                  <a:rPr b="1" i="0" lang="ko-KR" sz="800" u="none" cap="none" strike="noStrike">
                    <a:solidFill>
                      <a:srgbClr val="262626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위</a:t>
                </a:r>
                <a:endParaRPr b="1" i="0" sz="800" u="none" cap="none" strike="noStrike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95959"/>
                  </a:buClr>
                  <a:buSzPts val="640"/>
                  <a:buFont typeface="Malgun Gothic"/>
                  <a:buNone/>
                </a:pPr>
                <a:r>
                  <a:rPr b="1" i="0" lang="ko-KR" sz="800" u="none" cap="none" strike="noStrike">
                    <a:solidFill>
                      <a:srgbClr val="262626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테</a:t>
                </a:r>
                <a:endParaRPr b="1" i="0" sz="800" u="none" cap="none" strike="noStrike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95959"/>
                  </a:buClr>
                  <a:buSzPts val="640"/>
                  <a:buFont typeface="Malgun Gothic"/>
                  <a:buNone/>
                </a:pPr>
                <a:r>
                  <a:rPr b="1" i="0" lang="ko-KR" sz="800" u="none" cap="none" strike="noStrike">
                    <a:solidFill>
                      <a:srgbClr val="262626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스</a:t>
                </a:r>
                <a:endParaRPr b="1" i="0" sz="800" u="none" cap="none" strike="noStrike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95959"/>
                  </a:buClr>
                  <a:buSzPts val="640"/>
                  <a:buFont typeface="Malgun Gothic"/>
                  <a:buNone/>
                </a:pPr>
                <a:r>
                  <a:rPr b="1" i="0" lang="ko-KR" sz="800" u="none" cap="none" strike="noStrike">
                    <a:solidFill>
                      <a:srgbClr val="262626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트</a:t>
                </a:r>
                <a:endParaRPr b="1" i="0" sz="800" u="none" cap="none" strike="noStrike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566" name="Google Shape;66;p2_added"/>
            <p:cNvSpPr/>
            <p:nvPr/>
          </p:nvSpPr>
          <p:spPr>
            <a:xfrm>
              <a:off x="3059832" y="2255029"/>
              <a:ext cx="972108" cy="2083818"/>
            </a:xfrm>
            <a:prstGeom prst="rect">
              <a:avLst/>
            </a:prstGeom>
            <a:noFill/>
            <a:ln cap="flat" cmpd="sng" w="254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112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567" name="Google Shape;67;p2_added"/>
          <p:cNvGrpSpPr/>
          <p:nvPr/>
        </p:nvGrpSpPr>
        <p:grpSpPr>
          <a:xfrm>
            <a:off x="5508104" y="2319722"/>
            <a:ext cx="985542" cy="2083818"/>
            <a:chOff x="3059832" y="2255029"/>
            <a:chExt cx="972108" cy="2083818"/>
          </a:xfrm>
        </p:grpSpPr>
        <p:grpSp>
          <p:nvGrpSpPr>
            <p:cNvPr id="568" name="Google Shape;68;p2_added"/>
            <p:cNvGrpSpPr/>
            <p:nvPr/>
          </p:nvGrpSpPr>
          <p:grpSpPr>
            <a:xfrm>
              <a:off x="3059832" y="2314080"/>
              <a:ext cx="958858" cy="2024767"/>
              <a:chOff x="2051720" y="2320293"/>
              <a:chExt cx="958858" cy="2024767"/>
            </a:xfrm>
          </p:grpSpPr>
          <p:sp>
            <p:nvSpPr>
              <p:cNvPr id="569" name="Google Shape;69;p2_added"/>
              <p:cNvSpPr/>
              <p:nvPr/>
            </p:nvSpPr>
            <p:spPr>
              <a:xfrm>
                <a:off x="2051720" y="2320293"/>
                <a:ext cx="223128" cy="2003393"/>
              </a:xfrm>
              <a:prstGeom prst="homePlate">
                <a:avLst>
                  <a:gd fmla="val 19785" name="adj"/>
                </a:avLst>
              </a:prstGeom>
              <a:solidFill>
                <a:srgbClr val="F2F2F2"/>
              </a:solidFill>
              <a:ln cap="flat" cmpd="sng" w="9525">
                <a:solidFill>
                  <a:srgbClr val="BFBFBF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95959"/>
                  </a:buClr>
                  <a:buSzPts val="640"/>
                  <a:buFont typeface="Malgun Gothic"/>
                  <a:buNone/>
                </a:pPr>
                <a:r>
                  <a:rPr b="1" i="0" lang="ko-KR" sz="800" u="none" cap="none" strike="noStrike">
                    <a:solidFill>
                      <a:srgbClr val="262626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분</a:t>
                </a:r>
                <a:endParaRPr b="1" i="0" sz="800" u="none" cap="none" strike="noStrike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95959"/>
                  </a:buClr>
                  <a:buSzPts val="640"/>
                  <a:buFont typeface="Malgun Gothic"/>
                  <a:buNone/>
                </a:pPr>
                <a:r>
                  <a:rPr b="1" i="0" lang="ko-KR" sz="800" u="none" cap="none" strike="noStrike">
                    <a:solidFill>
                      <a:srgbClr val="262626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석</a:t>
                </a:r>
                <a:endParaRPr b="1" i="0" sz="800" u="none" cap="none" strike="noStrike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95959"/>
                  </a:buClr>
                  <a:buSzPts val="640"/>
                  <a:buFont typeface="Malgun Gothic"/>
                  <a:buNone/>
                </a:pPr>
                <a:r>
                  <a:rPr b="1" i="0" lang="ko-KR" sz="800" u="none" cap="none" strike="noStrike">
                    <a:solidFill>
                      <a:srgbClr val="262626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및</a:t>
                </a:r>
                <a:endParaRPr b="1" i="0" sz="800" u="none" cap="none" strike="noStrike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95959"/>
                  </a:buClr>
                  <a:buSzPts val="640"/>
                  <a:buFont typeface="Malgun Gothic"/>
                  <a:buNone/>
                </a:pPr>
                <a:r>
                  <a:rPr b="1" i="0" lang="ko-KR" sz="800" u="none" cap="none" strike="noStrike">
                    <a:solidFill>
                      <a:srgbClr val="262626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설</a:t>
                </a:r>
                <a:endParaRPr b="1" i="0" sz="800" u="none" cap="none" strike="noStrike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95959"/>
                  </a:buClr>
                  <a:buSzPts val="640"/>
                  <a:buFont typeface="Malgun Gothic"/>
                  <a:buNone/>
                </a:pPr>
                <a:r>
                  <a:rPr b="1" i="0" lang="ko-KR" sz="800" u="none" cap="none" strike="noStrike">
                    <a:solidFill>
                      <a:srgbClr val="262626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계</a:t>
                </a:r>
                <a:endParaRPr/>
              </a:p>
            </p:txBody>
          </p:sp>
          <p:sp>
            <p:nvSpPr>
              <p:cNvPr id="570" name="Google Shape;70;p2_added"/>
              <p:cNvSpPr/>
              <p:nvPr/>
            </p:nvSpPr>
            <p:spPr>
              <a:xfrm>
                <a:off x="2292090" y="2332553"/>
                <a:ext cx="481491" cy="2003393"/>
              </a:xfrm>
              <a:prstGeom prst="homePlate">
                <a:avLst>
                  <a:gd fmla="val 19785" name="adj"/>
                </a:avLst>
              </a:prstGeom>
              <a:solidFill>
                <a:srgbClr val="F2F2F2"/>
              </a:solidFill>
              <a:ln cap="flat" cmpd="sng" w="9525">
                <a:solidFill>
                  <a:srgbClr val="BFBFBF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95959"/>
                  </a:buClr>
                  <a:buSzPts val="640"/>
                  <a:buFont typeface="Malgun Gothic"/>
                  <a:buNone/>
                </a:pPr>
                <a:r>
                  <a:rPr b="1" i="0" lang="ko-KR" sz="800" u="none" cap="none" strike="noStrike">
                    <a:solidFill>
                      <a:srgbClr val="262626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구</a:t>
                </a:r>
                <a:endParaRPr b="1" i="0" sz="800" u="none" cap="none" strike="noStrike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95959"/>
                  </a:buClr>
                  <a:buSzPts val="640"/>
                  <a:buFont typeface="Malgun Gothic"/>
                  <a:buNone/>
                </a:pPr>
                <a:r>
                  <a:rPr b="1" i="0" lang="ko-KR" sz="800" u="none" cap="none" strike="noStrike">
                    <a:solidFill>
                      <a:srgbClr val="262626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현</a:t>
                </a:r>
                <a:endParaRPr/>
              </a:p>
            </p:txBody>
          </p:sp>
          <p:sp>
            <p:nvSpPr>
              <p:cNvPr id="571" name="Google Shape;71;p2_added"/>
              <p:cNvSpPr/>
              <p:nvPr/>
            </p:nvSpPr>
            <p:spPr>
              <a:xfrm>
                <a:off x="2787450" y="2341667"/>
                <a:ext cx="223128" cy="2003393"/>
              </a:xfrm>
              <a:prstGeom prst="homePlate">
                <a:avLst>
                  <a:gd fmla="val 19785" name="adj"/>
                </a:avLst>
              </a:prstGeom>
              <a:solidFill>
                <a:srgbClr val="F2F2F2"/>
              </a:solidFill>
              <a:ln cap="flat" cmpd="sng" w="9525">
                <a:solidFill>
                  <a:srgbClr val="BFBFBF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95959"/>
                  </a:buClr>
                  <a:buSzPts val="640"/>
                  <a:buFont typeface="Malgun Gothic"/>
                  <a:buNone/>
                </a:pPr>
                <a:r>
                  <a:rPr b="1" i="0" lang="ko-KR" sz="800" u="none" cap="none" strike="noStrike">
                    <a:solidFill>
                      <a:srgbClr val="262626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단</a:t>
                </a:r>
                <a:endParaRPr b="1" i="0" sz="800" u="none" cap="none" strike="noStrike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95959"/>
                  </a:buClr>
                  <a:buSzPts val="640"/>
                  <a:buFont typeface="Malgun Gothic"/>
                  <a:buNone/>
                </a:pPr>
                <a:r>
                  <a:rPr b="1" i="0" lang="ko-KR" sz="800" u="none" cap="none" strike="noStrike">
                    <a:solidFill>
                      <a:srgbClr val="262626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위</a:t>
                </a:r>
                <a:endParaRPr b="1" i="0" sz="800" u="none" cap="none" strike="noStrike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95959"/>
                  </a:buClr>
                  <a:buSzPts val="640"/>
                  <a:buFont typeface="Malgun Gothic"/>
                  <a:buNone/>
                </a:pPr>
                <a:r>
                  <a:rPr b="1" i="0" lang="ko-KR" sz="800" u="none" cap="none" strike="noStrike">
                    <a:solidFill>
                      <a:srgbClr val="262626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테</a:t>
                </a:r>
                <a:endParaRPr b="1" i="0" sz="800" u="none" cap="none" strike="noStrike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95959"/>
                  </a:buClr>
                  <a:buSzPts val="640"/>
                  <a:buFont typeface="Malgun Gothic"/>
                  <a:buNone/>
                </a:pPr>
                <a:r>
                  <a:rPr b="1" i="0" lang="ko-KR" sz="800" u="none" cap="none" strike="noStrike">
                    <a:solidFill>
                      <a:srgbClr val="262626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스</a:t>
                </a:r>
                <a:endParaRPr b="1" i="0" sz="800" u="none" cap="none" strike="noStrike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95959"/>
                  </a:buClr>
                  <a:buSzPts val="640"/>
                  <a:buFont typeface="Malgun Gothic"/>
                  <a:buNone/>
                </a:pPr>
                <a:r>
                  <a:rPr b="1" i="0" lang="ko-KR" sz="800" u="none" cap="none" strike="noStrike">
                    <a:solidFill>
                      <a:srgbClr val="262626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트</a:t>
                </a:r>
                <a:endParaRPr b="1" i="0" sz="800" u="none" cap="none" strike="noStrike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572" name="Google Shape;72;p2_added"/>
            <p:cNvSpPr/>
            <p:nvPr/>
          </p:nvSpPr>
          <p:spPr>
            <a:xfrm>
              <a:off x="3059832" y="2255029"/>
              <a:ext cx="972108" cy="2083818"/>
            </a:xfrm>
            <a:prstGeom prst="rect">
              <a:avLst/>
            </a:prstGeom>
            <a:noFill/>
            <a:ln cap="flat" cmpd="sng" w="254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112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573" name="Google Shape;73;p2_added"/>
          <p:cNvGrpSpPr/>
          <p:nvPr/>
        </p:nvGrpSpPr>
        <p:grpSpPr>
          <a:xfrm>
            <a:off x="6516216" y="2805832"/>
            <a:ext cx="985542" cy="1602122"/>
            <a:chOff x="3059832" y="2255029"/>
            <a:chExt cx="972108" cy="2083818"/>
          </a:xfrm>
        </p:grpSpPr>
        <p:grpSp>
          <p:nvGrpSpPr>
            <p:cNvPr id="574" name="Google Shape;74;p2_added"/>
            <p:cNvGrpSpPr/>
            <p:nvPr/>
          </p:nvGrpSpPr>
          <p:grpSpPr>
            <a:xfrm>
              <a:off x="3059832" y="2314080"/>
              <a:ext cx="958858" cy="2024767"/>
              <a:chOff x="2051720" y="2320293"/>
              <a:chExt cx="958858" cy="2024767"/>
            </a:xfrm>
          </p:grpSpPr>
          <p:sp>
            <p:nvSpPr>
              <p:cNvPr id="575" name="Google Shape;75;p2_added"/>
              <p:cNvSpPr/>
              <p:nvPr/>
            </p:nvSpPr>
            <p:spPr>
              <a:xfrm>
                <a:off x="2051720" y="2320293"/>
                <a:ext cx="223128" cy="2003393"/>
              </a:xfrm>
              <a:prstGeom prst="homePlate">
                <a:avLst>
                  <a:gd fmla="val 19785" name="adj"/>
                </a:avLst>
              </a:prstGeom>
              <a:solidFill>
                <a:srgbClr val="F2F2F2"/>
              </a:solidFill>
              <a:ln cap="flat" cmpd="sng" w="9525">
                <a:solidFill>
                  <a:srgbClr val="BFBFBF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95959"/>
                  </a:buClr>
                  <a:buSzPts val="640"/>
                  <a:buFont typeface="Malgun Gothic"/>
                  <a:buNone/>
                </a:pPr>
                <a:r>
                  <a:rPr b="1" i="0" lang="ko-KR" sz="800" u="none" cap="none" strike="noStrike">
                    <a:solidFill>
                      <a:srgbClr val="262626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분</a:t>
                </a:r>
                <a:endParaRPr b="1" i="0" sz="800" u="none" cap="none" strike="noStrike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95959"/>
                  </a:buClr>
                  <a:buSzPts val="640"/>
                  <a:buFont typeface="Malgun Gothic"/>
                  <a:buNone/>
                </a:pPr>
                <a:r>
                  <a:rPr b="1" i="0" lang="ko-KR" sz="800" u="none" cap="none" strike="noStrike">
                    <a:solidFill>
                      <a:srgbClr val="262626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석</a:t>
                </a:r>
                <a:endParaRPr b="1" i="0" sz="800" u="none" cap="none" strike="noStrike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95959"/>
                  </a:buClr>
                  <a:buSzPts val="640"/>
                  <a:buFont typeface="Malgun Gothic"/>
                  <a:buNone/>
                </a:pPr>
                <a:r>
                  <a:rPr b="1" i="0" lang="ko-KR" sz="800" u="none" cap="none" strike="noStrike">
                    <a:solidFill>
                      <a:srgbClr val="262626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및</a:t>
                </a:r>
                <a:endParaRPr b="1" i="0" sz="800" u="none" cap="none" strike="noStrike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95959"/>
                  </a:buClr>
                  <a:buSzPts val="640"/>
                  <a:buFont typeface="Malgun Gothic"/>
                  <a:buNone/>
                </a:pPr>
                <a:r>
                  <a:rPr b="1" i="0" lang="ko-KR" sz="800" u="none" cap="none" strike="noStrike">
                    <a:solidFill>
                      <a:srgbClr val="262626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설</a:t>
                </a:r>
                <a:endParaRPr b="1" i="0" sz="800" u="none" cap="none" strike="noStrike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95959"/>
                  </a:buClr>
                  <a:buSzPts val="640"/>
                  <a:buFont typeface="Malgun Gothic"/>
                  <a:buNone/>
                </a:pPr>
                <a:r>
                  <a:rPr b="1" i="0" lang="ko-KR" sz="800" u="none" cap="none" strike="noStrike">
                    <a:solidFill>
                      <a:srgbClr val="262626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계</a:t>
                </a:r>
                <a:endParaRPr/>
              </a:p>
            </p:txBody>
          </p:sp>
          <p:sp>
            <p:nvSpPr>
              <p:cNvPr id="576" name="Google Shape;76;p2_added"/>
              <p:cNvSpPr/>
              <p:nvPr/>
            </p:nvSpPr>
            <p:spPr>
              <a:xfrm>
                <a:off x="2292090" y="2332553"/>
                <a:ext cx="481491" cy="2003393"/>
              </a:xfrm>
              <a:prstGeom prst="homePlate">
                <a:avLst>
                  <a:gd fmla="val 19785" name="adj"/>
                </a:avLst>
              </a:prstGeom>
              <a:solidFill>
                <a:srgbClr val="F2F2F2"/>
              </a:solidFill>
              <a:ln cap="flat" cmpd="sng" w="9525">
                <a:solidFill>
                  <a:srgbClr val="BFBFBF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95959"/>
                  </a:buClr>
                  <a:buSzPts val="640"/>
                  <a:buFont typeface="Malgun Gothic"/>
                  <a:buNone/>
                </a:pPr>
                <a:r>
                  <a:rPr b="1" i="0" lang="ko-KR" sz="800" u="none" cap="none" strike="noStrike">
                    <a:solidFill>
                      <a:srgbClr val="262626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구</a:t>
                </a:r>
                <a:endParaRPr b="1" i="0" sz="800" u="none" cap="none" strike="noStrike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95959"/>
                  </a:buClr>
                  <a:buSzPts val="640"/>
                  <a:buFont typeface="Malgun Gothic"/>
                  <a:buNone/>
                </a:pPr>
                <a:r>
                  <a:rPr b="1" i="0" lang="ko-KR" sz="800" u="none" cap="none" strike="noStrike">
                    <a:solidFill>
                      <a:srgbClr val="262626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현</a:t>
                </a:r>
                <a:endParaRPr/>
              </a:p>
            </p:txBody>
          </p:sp>
          <p:sp>
            <p:nvSpPr>
              <p:cNvPr id="577" name="Google Shape;77;p2_added"/>
              <p:cNvSpPr/>
              <p:nvPr/>
            </p:nvSpPr>
            <p:spPr>
              <a:xfrm>
                <a:off x="2787450" y="2341667"/>
                <a:ext cx="223128" cy="2003393"/>
              </a:xfrm>
              <a:prstGeom prst="homePlate">
                <a:avLst>
                  <a:gd fmla="val 19785" name="adj"/>
                </a:avLst>
              </a:prstGeom>
              <a:solidFill>
                <a:srgbClr val="F2F2F2"/>
              </a:solidFill>
              <a:ln cap="flat" cmpd="sng" w="9525">
                <a:solidFill>
                  <a:srgbClr val="BFBFBF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95959"/>
                  </a:buClr>
                  <a:buSzPts val="640"/>
                  <a:buFont typeface="Malgun Gothic"/>
                  <a:buNone/>
                </a:pPr>
                <a:r>
                  <a:rPr b="1" i="0" lang="ko-KR" sz="800" u="none" cap="none" strike="noStrike">
                    <a:solidFill>
                      <a:srgbClr val="262626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단</a:t>
                </a:r>
                <a:endParaRPr b="1" i="0" sz="800" u="none" cap="none" strike="noStrike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95959"/>
                  </a:buClr>
                  <a:buSzPts val="640"/>
                  <a:buFont typeface="Malgun Gothic"/>
                  <a:buNone/>
                </a:pPr>
                <a:r>
                  <a:rPr b="1" i="0" lang="ko-KR" sz="800" u="none" cap="none" strike="noStrike">
                    <a:solidFill>
                      <a:srgbClr val="262626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위</a:t>
                </a:r>
                <a:endParaRPr b="1" i="0" sz="800" u="none" cap="none" strike="noStrike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95959"/>
                  </a:buClr>
                  <a:buSzPts val="640"/>
                  <a:buFont typeface="Malgun Gothic"/>
                  <a:buNone/>
                </a:pPr>
                <a:r>
                  <a:rPr b="1" i="0" lang="ko-KR" sz="800" u="none" cap="none" strike="noStrike">
                    <a:solidFill>
                      <a:srgbClr val="262626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테</a:t>
                </a:r>
                <a:endParaRPr b="1" i="0" sz="800" u="none" cap="none" strike="noStrike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95959"/>
                  </a:buClr>
                  <a:buSzPts val="640"/>
                  <a:buFont typeface="Malgun Gothic"/>
                  <a:buNone/>
                </a:pPr>
                <a:r>
                  <a:rPr b="1" i="0" lang="ko-KR" sz="800" u="none" cap="none" strike="noStrike">
                    <a:solidFill>
                      <a:srgbClr val="262626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스</a:t>
                </a:r>
                <a:endParaRPr b="1" i="0" sz="800" u="none" cap="none" strike="noStrike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95959"/>
                  </a:buClr>
                  <a:buSzPts val="640"/>
                  <a:buFont typeface="Malgun Gothic"/>
                  <a:buNone/>
                </a:pPr>
                <a:r>
                  <a:rPr b="1" i="0" lang="ko-KR" sz="800" u="none" cap="none" strike="noStrike">
                    <a:solidFill>
                      <a:srgbClr val="262626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트</a:t>
                </a:r>
                <a:endParaRPr b="1" i="0" sz="800" u="none" cap="none" strike="noStrike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578" name="Google Shape;78;p2_added"/>
            <p:cNvSpPr/>
            <p:nvPr/>
          </p:nvSpPr>
          <p:spPr>
            <a:xfrm>
              <a:off x="3059832" y="2255029"/>
              <a:ext cx="972108" cy="2083818"/>
            </a:xfrm>
            <a:prstGeom prst="rect">
              <a:avLst/>
            </a:prstGeom>
            <a:noFill/>
            <a:ln cap="flat" cmpd="sng" w="254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112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pic>
        <p:nvPicPr>
          <p:cNvPr id="579" name="Google Shape;79;p2_added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12042" y="3842118"/>
            <a:ext cx="739778" cy="529832"/>
          </a:xfrm>
          <a:prstGeom prst="rect">
            <a:avLst/>
          </a:prstGeom>
          <a:noFill/>
          <a:ln>
            <a:noFill/>
          </a:ln>
        </p:spPr>
      </p:pic>
      <p:pic>
        <p:nvPicPr>
          <p:cNvPr id="580" name="Google Shape;80;p2_added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36178" y="3867894"/>
            <a:ext cx="739778" cy="529832"/>
          </a:xfrm>
          <a:prstGeom prst="rect">
            <a:avLst/>
          </a:prstGeom>
          <a:noFill/>
          <a:ln>
            <a:noFill/>
          </a:ln>
        </p:spPr>
      </p:pic>
      <p:pic>
        <p:nvPicPr>
          <p:cNvPr id="581" name="Google Shape;81;p2_added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60314" y="3842118"/>
            <a:ext cx="739778" cy="529832"/>
          </a:xfrm>
          <a:prstGeom prst="rect">
            <a:avLst/>
          </a:prstGeom>
          <a:noFill/>
          <a:ln>
            <a:noFill/>
          </a:ln>
        </p:spPr>
      </p:pic>
      <p:pic>
        <p:nvPicPr>
          <p:cNvPr id="582" name="Google Shape;82;p2_added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32422" y="3834803"/>
            <a:ext cx="739778" cy="529832"/>
          </a:xfrm>
          <a:prstGeom prst="rect">
            <a:avLst/>
          </a:prstGeom>
          <a:noFill/>
          <a:ln>
            <a:noFill/>
          </a:ln>
        </p:spPr>
      </p:pic>
      <p:pic>
        <p:nvPicPr>
          <p:cNvPr id="583" name="Google Shape;83;p2_added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40534" y="3831890"/>
            <a:ext cx="739778" cy="5298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사용자 지정 48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53F95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2018-10-29T04:36:51Z</dcterms:created>
  <dc:creator>Windows 사용자</dc:creator>
</cp:coreProperties>
</file>